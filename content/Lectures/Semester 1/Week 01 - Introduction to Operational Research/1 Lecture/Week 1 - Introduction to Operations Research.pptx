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4"/>
  </p:sldMasterIdLst>
  <p:notesMasterIdLst>
    <p:notesMasterId r:id="rId36"/>
  </p:notesMasterIdLst>
  <p:sldIdLst>
    <p:sldId id="256" r:id="rId5"/>
    <p:sldId id="325" r:id="rId6"/>
    <p:sldId id="260" r:id="rId7"/>
    <p:sldId id="261" r:id="rId8"/>
    <p:sldId id="300" r:id="rId9"/>
    <p:sldId id="262" r:id="rId10"/>
    <p:sldId id="298" r:id="rId11"/>
    <p:sldId id="263" r:id="rId12"/>
    <p:sldId id="299" r:id="rId13"/>
    <p:sldId id="326" r:id="rId14"/>
    <p:sldId id="323" r:id="rId15"/>
    <p:sldId id="264" r:id="rId16"/>
    <p:sldId id="327" r:id="rId17"/>
    <p:sldId id="301" r:id="rId18"/>
    <p:sldId id="302" r:id="rId19"/>
    <p:sldId id="312" r:id="rId20"/>
    <p:sldId id="313" r:id="rId21"/>
    <p:sldId id="321" r:id="rId22"/>
    <p:sldId id="305" r:id="rId23"/>
    <p:sldId id="306" r:id="rId24"/>
    <p:sldId id="307" r:id="rId25"/>
    <p:sldId id="308" r:id="rId26"/>
    <p:sldId id="311" r:id="rId27"/>
    <p:sldId id="309" r:id="rId28"/>
    <p:sldId id="310" r:id="rId29"/>
    <p:sldId id="319" r:id="rId30"/>
    <p:sldId id="314" r:id="rId31"/>
    <p:sldId id="317" r:id="rId32"/>
    <p:sldId id="315" r:id="rId33"/>
    <p:sldId id="318" r:id="rId34"/>
    <p:sldId id="320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C8092-44A0-40EE-B0EC-117160B76F97}" v="52" dt="2025-09-25T10:44:0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C1C8092-44A0-40EE-B0EC-117160B76F97}"/>
    <pc:docChg chg="undo custSel addSld delSld modSld">
      <pc:chgData name="Sam O'Neill" userId="cb323814-a42a-4cfe-bc74-03f595e56f6e" providerId="ADAL" clId="{EC1C8092-44A0-40EE-B0EC-117160B76F97}" dt="2025-09-25T10:44:02.943" v="805"/>
      <pc:docMkLst>
        <pc:docMk/>
      </pc:docMkLst>
      <pc:sldChg chg="modSp del mod">
        <pc:chgData name="Sam O'Neill" userId="cb323814-a42a-4cfe-bc74-03f595e56f6e" providerId="ADAL" clId="{EC1C8092-44A0-40EE-B0EC-117160B76F97}" dt="2025-09-23T13:15:32.682" v="10" actId="2696"/>
        <pc:sldMkLst>
          <pc:docMk/>
          <pc:sldMk cId="993516052" sldId="258"/>
        </pc:sldMkLst>
      </pc:sldChg>
      <pc:sldChg chg="del">
        <pc:chgData name="Sam O'Neill" userId="cb323814-a42a-4cfe-bc74-03f595e56f6e" providerId="ADAL" clId="{EC1C8092-44A0-40EE-B0EC-117160B76F97}" dt="2025-09-23T13:15:32.682" v="10" actId="2696"/>
        <pc:sldMkLst>
          <pc:docMk/>
          <pc:sldMk cId="1201241036" sldId="259"/>
        </pc:sldMkLst>
      </pc:sldChg>
      <pc:sldChg chg="modSp mod">
        <pc:chgData name="Sam O'Neill" userId="cb323814-a42a-4cfe-bc74-03f595e56f6e" providerId="ADAL" clId="{EC1C8092-44A0-40EE-B0EC-117160B76F97}" dt="2025-09-25T10:42:25.554" v="800" actId="1036"/>
        <pc:sldMkLst>
          <pc:docMk/>
          <pc:sldMk cId="3022811561" sldId="261"/>
        </pc:sldMkLst>
        <pc:picChg chg="mod">
          <ac:chgData name="Sam O'Neill" userId="cb323814-a42a-4cfe-bc74-03f595e56f6e" providerId="ADAL" clId="{EC1C8092-44A0-40EE-B0EC-117160B76F97}" dt="2025-09-25T10:42:25.554" v="800" actId="1036"/>
          <ac:picMkLst>
            <pc:docMk/>
            <pc:sldMk cId="3022811561" sldId="261"/>
            <ac:picMk id="4" creationId="{9770E1D6-9686-4A55-B9E5-25118B0B1614}"/>
          </ac:picMkLst>
        </pc:picChg>
      </pc:sldChg>
      <pc:sldChg chg="modSp modAnim">
        <pc:chgData name="Sam O'Neill" userId="cb323814-a42a-4cfe-bc74-03f595e56f6e" providerId="ADAL" clId="{EC1C8092-44A0-40EE-B0EC-117160B76F97}" dt="2025-09-25T10:42:47.410" v="801"/>
        <pc:sldMkLst>
          <pc:docMk/>
          <pc:sldMk cId="3971048044" sldId="263"/>
        </pc:sldMkLst>
        <pc:spChg chg="mod">
          <ac:chgData name="Sam O'Neill" userId="cb323814-a42a-4cfe-bc74-03f595e56f6e" providerId="ADAL" clId="{EC1C8092-44A0-40EE-B0EC-117160B76F97}" dt="2025-09-23T13:17:39.390" v="177" actId="5793"/>
          <ac:spMkLst>
            <pc:docMk/>
            <pc:sldMk cId="3971048044" sldId="263"/>
            <ac:spMk id="3" creationId="{9CF19B8B-907B-4AB6-A5EC-76501D5A88DD}"/>
          </ac:spMkLst>
        </pc:spChg>
      </pc:sldChg>
      <pc:sldChg chg="modSp mod modAnim">
        <pc:chgData name="Sam O'Neill" userId="cb323814-a42a-4cfe-bc74-03f595e56f6e" providerId="ADAL" clId="{EC1C8092-44A0-40EE-B0EC-117160B76F97}" dt="2025-09-25T10:43:52.074" v="803"/>
        <pc:sldMkLst>
          <pc:docMk/>
          <pc:sldMk cId="455865906" sldId="264"/>
        </pc:sldMkLst>
        <pc:spChg chg="mod">
          <ac:chgData name="Sam O'Neill" userId="cb323814-a42a-4cfe-bc74-03f595e56f6e" providerId="ADAL" clId="{EC1C8092-44A0-40EE-B0EC-117160B76F97}" dt="2025-09-23T13:27:11.795" v="231" actId="27636"/>
          <ac:spMkLst>
            <pc:docMk/>
            <pc:sldMk cId="455865906" sldId="264"/>
            <ac:spMk id="6" creationId="{F42E391E-2B02-A9D5-8D98-79018CEAF65A}"/>
          </ac:spMkLst>
        </pc:spChg>
      </pc:sldChg>
      <pc:sldChg chg="addSp delSp modSp mod">
        <pc:chgData name="Sam O'Neill" userId="cb323814-a42a-4cfe-bc74-03f595e56f6e" providerId="ADAL" clId="{EC1C8092-44A0-40EE-B0EC-117160B76F97}" dt="2025-09-23T13:38:58.944" v="799" actId="14100"/>
        <pc:sldMkLst>
          <pc:docMk/>
          <pc:sldMk cId="584757735" sldId="299"/>
        </pc:sldMkLst>
        <pc:spChg chg="mod">
          <ac:chgData name="Sam O'Neill" userId="cb323814-a42a-4cfe-bc74-03f595e56f6e" providerId="ADAL" clId="{EC1C8092-44A0-40EE-B0EC-117160B76F97}" dt="2025-09-23T13:18:24.097" v="219" actId="20577"/>
          <ac:spMkLst>
            <pc:docMk/>
            <pc:sldMk cId="584757735" sldId="299"/>
            <ac:spMk id="2" creationId="{93D45F9C-8214-49A2-9318-DBC8615742E2}"/>
          </ac:spMkLst>
        </pc:spChg>
        <pc:spChg chg="mod">
          <ac:chgData name="Sam O'Neill" userId="cb323814-a42a-4cfe-bc74-03f595e56f6e" providerId="ADAL" clId="{EC1C8092-44A0-40EE-B0EC-117160B76F97}" dt="2025-09-23T13:25:35.786" v="220"/>
          <ac:spMkLst>
            <pc:docMk/>
            <pc:sldMk cId="584757735" sldId="299"/>
            <ac:spMk id="3" creationId="{582B2F3E-DDB7-48DE-90EB-6C8173D4221D}"/>
          </ac:spMkLst>
        </pc:spChg>
        <pc:picChg chg="add mod">
          <ac:chgData name="Sam O'Neill" userId="cb323814-a42a-4cfe-bc74-03f595e56f6e" providerId="ADAL" clId="{EC1C8092-44A0-40EE-B0EC-117160B76F97}" dt="2025-09-23T13:38:58.944" v="799" actId="14100"/>
          <ac:picMkLst>
            <pc:docMk/>
            <pc:sldMk cId="584757735" sldId="299"/>
            <ac:picMk id="8" creationId="{D851C73E-8D0B-EFD5-597A-E23D8BD6966F}"/>
          </ac:picMkLst>
        </pc:picChg>
      </pc:sldChg>
      <pc:sldChg chg="addSp delSp modSp mod">
        <pc:chgData name="Sam O'Neill" userId="cb323814-a42a-4cfe-bc74-03f595e56f6e" providerId="ADAL" clId="{EC1C8092-44A0-40EE-B0EC-117160B76F97}" dt="2025-09-23T13:17:04.962" v="147" actId="26606"/>
        <pc:sldMkLst>
          <pc:docMk/>
          <pc:sldMk cId="2370060147" sldId="300"/>
        </pc:sldMkLst>
        <pc:spChg chg="mo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2" creationId="{2A647117-18A0-4463-A5A0-52782E64C3A2}"/>
          </ac:spMkLst>
        </pc:spChg>
        <pc:spChg chg="mod or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" creationId="{8FB6D3D4-E15E-45D2-98A9-C7E33ED8E0D6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0" creationId="{9D25F302-27C5-414F-97F8-6EA0A6C028BA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1" creationId="{830A36F8-48C2-4842-A87B-8CE8DF4E7FD2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2" creationId="{8F451A30-466B-4996-9BA5-CD6ABCC6D558}"/>
          </ac:spMkLst>
        </pc:spChg>
        <pc:picChg chg="add mod">
          <ac:chgData name="Sam O'Neill" userId="cb323814-a42a-4cfe-bc74-03f595e56f6e" providerId="ADAL" clId="{EC1C8092-44A0-40EE-B0EC-117160B76F97}" dt="2025-09-23T13:17:04.950" v="146" actId="26606"/>
          <ac:picMkLst>
            <pc:docMk/>
            <pc:sldMk cId="2370060147" sldId="300"/>
            <ac:picMk id="5" creationId="{450C6D1C-D90B-6CC5-3469-F8A56203E122}"/>
          </ac:picMkLst>
        </pc:picChg>
      </pc:sldChg>
      <pc:sldChg chg="modAnim">
        <pc:chgData name="Sam O'Neill" userId="cb323814-a42a-4cfe-bc74-03f595e56f6e" providerId="ADAL" clId="{EC1C8092-44A0-40EE-B0EC-117160B76F97}" dt="2025-09-25T10:43:58.448" v="804"/>
        <pc:sldMkLst>
          <pc:docMk/>
          <pc:sldMk cId="428257597" sldId="301"/>
        </pc:sldMkLst>
      </pc:sldChg>
      <pc:sldChg chg="modAnim">
        <pc:chgData name="Sam O'Neill" userId="cb323814-a42a-4cfe-bc74-03f595e56f6e" providerId="ADAL" clId="{EC1C8092-44A0-40EE-B0EC-117160B76F97}" dt="2025-09-25T10:44:02.943" v="805"/>
        <pc:sldMkLst>
          <pc:docMk/>
          <pc:sldMk cId="2178770972" sldId="302"/>
        </pc:sldMkLst>
      </pc:sldChg>
      <pc:sldChg chg="modAnim">
        <pc:chgData name="Sam O'Neill" userId="cb323814-a42a-4cfe-bc74-03f595e56f6e" providerId="ADAL" clId="{EC1C8092-44A0-40EE-B0EC-117160B76F97}" dt="2025-09-25T10:43:46.610" v="802"/>
        <pc:sldMkLst>
          <pc:docMk/>
          <pc:sldMk cId="3687259018" sldId="323"/>
        </pc:sldMkLst>
      </pc:sldChg>
      <pc:sldChg chg="del">
        <pc:chgData name="Sam O'Neill" userId="cb323814-a42a-4cfe-bc74-03f595e56f6e" providerId="ADAL" clId="{EC1C8092-44A0-40EE-B0EC-117160B76F97}" dt="2025-09-23T13:27:18.823" v="232" actId="47"/>
        <pc:sldMkLst>
          <pc:docMk/>
          <pc:sldMk cId="4126107229" sldId="324"/>
        </pc:sldMkLst>
      </pc:sldChg>
      <pc:sldChg chg="modSp new mod">
        <pc:chgData name="Sam O'Neill" userId="cb323814-a42a-4cfe-bc74-03f595e56f6e" providerId="ADAL" clId="{EC1C8092-44A0-40EE-B0EC-117160B76F97}" dt="2025-09-23T13:16:04.121" v="139" actId="20577"/>
        <pc:sldMkLst>
          <pc:docMk/>
          <pc:sldMk cId="1920174288" sldId="325"/>
        </pc:sldMkLst>
        <pc:spChg chg="mod">
          <ac:chgData name="Sam O'Neill" userId="cb323814-a42a-4cfe-bc74-03f595e56f6e" providerId="ADAL" clId="{EC1C8092-44A0-40EE-B0EC-117160B76F97}" dt="2025-09-23T13:15:40.403" v="28" actId="20577"/>
          <ac:spMkLst>
            <pc:docMk/>
            <pc:sldMk cId="1920174288" sldId="325"/>
            <ac:spMk id="2" creationId="{AD4B888B-1BC0-A32E-BF6F-90106284A2A6}"/>
          </ac:spMkLst>
        </pc:spChg>
        <pc:spChg chg="mod">
          <ac:chgData name="Sam O'Neill" userId="cb323814-a42a-4cfe-bc74-03f595e56f6e" providerId="ADAL" clId="{EC1C8092-44A0-40EE-B0EC-117160B76F97}" dt="2025-09-23T13:16:04.121" v="139" actId="20577"/>
          <ac:spMkLst>
            <pc:docMk/>
            <pc:sldMk cId="1920174288" sldId="325"/>
            <ac:spMk id="3" creationId="{BF80290F-E166-DCB6-4437-078600A45F30}"/>
          </ac:spMkLst>
        </pc:spChg>
      </pc:sldChg>
      <pc:sldChg chg="addSp modSp new mod">
        <pc:chgData name="Sam O'Neill" userId="cb323814-a42a-4cfe-bc74-03f595e56f6e" providerId="ADAL" clId="{EC1C8092-44A0-40EE-B0EC-117160B76F97}" dt="2025-09-23T13:37:48.916" v="794" actId="20577"/>
        <pc:sldMkLst>
          <pc:docMk/>
          <pc:sldMk cId="1084237397" sldId="326"/>
        </pc:sldMkLst>
        <pc:spChg chg="mod">
          <ac:chgData name="Sam O'Neill" userId="cb323814-a42a-4cfe-bc74-03f595e56f6e" providerId="ADAL" clId="{EC1C8092-44A0-40EE-B0EC-117160B76F97}" dt="2025-09-23T13:37:27.970" v="756" actId="20577"/>
          <ac:spMkLst>
            <pc:docMk/>
            <pc:sldMk cId="1084237397" sldId="326"/>
            <ac:spMk id="2" creationId="{872BF9B2-9359-C212-956F-F75A36973A45}"/>
          </ac:spMkLst>
        </pc:spChg>
        <pc:spChg chg="mod">
          <ac:chgData name="Sam O'Neill" userId="cb323814-a42a-4cfe-bc74-03f595e56f6e" providerId="ADAL" clId="{EC1C8092-44A0-40EE-B0EC-117160B76F97}" dt="2025-09-23T13:37:48.916" v="794" actId="20577"/>
          <ac:spMkLst>
            <pc:docMk/>
            <pc:sldMk cId="1084237397" sldId="326"/>
            <ac:spMk id="3" creationId="{38220446-1ACE-041D-F13B-BF13F43740EC}"/>
          </ac:spMkLst>
        </pc:spChg>
      </pc:sldChg>
      <pc:sldChg chg="addSp delSp modSp new mod">
        <pc:chgData name="Sam O'Neill" userId="cb323814-a42a-4cfe-bc74-03f595e56f6e" providerId="ADAL" clId="{EC1C8092-44A0-40EE-B0EC-117160B76F97}" dt="2025-09-23T13:37:09.260" v="743" actId="20577"/>
        <pc:sldMkLst>
          <pc:docMk/>
          <pc:sldMk cId="2328497741" sldId="327"/>
        </pc:sldMkLst>
        <pc:spChg chg="mod">
          <ac:chgData name="Sam O'Neill" userId="cb323814-a42a-4cfe-bc74-03f595e56f6e" providerId="ADAL" clId="{EC1C8092-44A0-40EE-B0EC-117160B76F97}" dt="2025-09-23T13:37:09.260" v="743" actId="20577"/>
          <ac:spMkLst>
            <pc:docMk/>
            <pc:sldMk cId="2328497741" sldId="327"/>
            <ac:spMk id="2" creationId="{70E2CA1B-DFA9-F8D6-F8E3-3D251C555F06}"/>
          </ac:spMkLst>
        </pc:spChg>
        <pc:spChg chg="add del mod">
          <ac:chgData name="Sam O'Neill" userId="cb323814-a42a-4cfe-bc74-03f595e56f6e" providerId="ADAL" clId="{EC1C8092-44A0-40EE-B0EC-117160B76F97}" dt="2025-09-23T13:36:56.100" v="690" actId="27636"/>
          <ac:spMkLst>
            <pc:docMk/>
            <pc:sldMk cId="2328497741" sldId="327"/>
            <ac:spMk id="3" creationId="{EE9701B7-19C1-1DF8-E447-F7C802DEE3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3B373-3AA7-4470-A82A-77C24FC9777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C5C0DA2-EA94-4765-BFDE-043033969C64}">
      <dgm:prSet/>
      <dgm:spPr/>
      <dgm:t>
        <a:bodyPr/>
        <a:lstStyle/>
        <a:p>
          <a:r>
            <a:rPr lang="en-GB" dirty="0"/>
            <a:t>All you need is given in this course.</a:t>
          </a:r>
          <a:endParaRPr lang="en-US" dirty="0"/>
        </a:p>
      </dgm:t>
    </dgm:pt>
    <dgm:pt modelId="{65F9AEAD-BD71-4D1A-94D8-8F44D249C073}" type="parTrans" cxnId="{085C18DE-08B6-4E17-A153-ED5C45A8B3F6}">
      <dgm:prSet/>
      <dgm:spPr/>
      <dgm:t>
        <a:bodyPr/>
        <a:lstStyle/>
        <a:p>
          <a:endParaRPr lang="en-US"/>
        </a:p>
      </dgm:t>
    </dgm:pt>
    <dgm:pt modelId="{1BE268DD-8C76-4E81-BB4E-D1E243E8513E}" type="sibTrans" cxnId="{085C18DE-08B6-4E17-A153-ED5C45A8B3F6}">
      <dgm:prSet/>
      <dgm:spPr/>
      <dgm:t>
        <a:bodyPr/>
        <a:lstStyle/>
        <a:p>
          <a:endParaRPr lang="en-US"/>
        </a:p>
      </dgm:t>
    </dgm:pt>
    <dgm:pt modelId="{1A83964A-2E55-4D49-9F65-2315E0767396}">
      <dgm:prSet/>
      <dgm:spPr/>
      <dgm:t>
        <a:bodyPr/>
        <a:lstStyle/>
        <a:p>
          <a:r>
            <a:rPr lang="en-GB"/>
            <a:t>We will be working with the Pyomo and SimPy Python Libraries. We will also be using Excel.</a:t>
          </a:r>
          <a:endParaRPr lang="en-US"/>
        </a:p>
      </dgm:t>
    </dgm:pt>
    <dgm:pt modelId="{0A930D8B-E93C-4C6E-97FF-D35A9CEA3F37}" type="parTrans" cxnId="{F527BA72-FE86-4B9C-A3A5-0B8FDA68F229}">
      <dgm:prSet/>
      <dgm:spPr/>
      <dgm:t>
        <a:bodyPr/>
        <a:lstStyle/>
        <a:p>
          <a:endParaRPr lang="en-US"/>
        </a:p>
      </dgm:t>
    </dgm:pt>
    <dgm:pt modelId="{6723FC8D-CF07-4ADC-B690-A087A8EB1C6F}" type="sibTrans" cxnId="{F527BA72-FE86-4B9C-A3A5-0B8FDA68F229}">
      <dgm:prSet/>
      <dgm:spPr/>
      <dgm:t>
        <a:bodyPr/>
        <a:lstStyle/>
        <a:p>
          <a:endParaRPr lang="en-US"/>
        </a:p>
      </dgm:t>
    </dgm:pt>
    <dgm:pt modelId="{837263FE-EBB1-4E4E-9507-CAC18C1925D9}">
      <dgm:prSet/>
      <dgm:spPr/>
      <dgm:t>
        <a:bodyPr/>
        <a:lstStyle/>
        <a:p>
          <a:r>
            <a:rPr lang="en-GB"/>
            <a:t>You can find OR books in the library if you want to widen your reading.</a:t>
          </a:r>
          <a:endParaRPr lang="en-US"/>
        </a:p>
      </dgm:t>
    </dgm:pt>
    <dgm:pt modelId="{284E7C55-5CFB-432C-AA9D-5B75F391D526}" type="parTrans" cxnId="{1B1713B8-3A8D-4310-A519-5C02F87C5E53}">
      <dgm:prSet/>
      <dgm:spPr/>
      <dgm:t>
        <a:bodyPr/>
        <a:lstStyle/>
        <a:p>
          <a:endParaRPr lang="en-US"/>
        </a:p>
      </dgm:t>
    </dgm:pt>
    <dgm:pt modelId="{6B64BB10-6CDF-4D49-AC24-6FC2273E210B}" type="sibTrans" cxnId="{1B1713B8-3A8D-4310-A519-5C02F87C5E53}">
      <dgm:prSet/>
      <dgm:spPr/>
      <dgm:t>
        <a:bodyPr/>
        <a:lstStyle/>
        <a:p>
          <a:endParaRPr lang="en-US"/>
        </a:p>
      </dgm:t>
    </dgm:pt>
    <dgm:pt modelId="{651D48E3-F0A5-44C9-B5E5-2C2F218D61B4}" type="pres">
      <dgm:prSet presAssocID="{74A3B373-3AA7-4470-A82A-77C24FC9777B}" presName="root" presStyleCnt="0">
        <dgm:presLayoutVars>
          <dgm:dir/>
          <dgm:resizeHandles val="exact"/>
        </dgm:presLayoutVars>
      </dgm:prSet>
      <dgm:spPr/>
    </dgm:pt>
    <dgm:pt modelId="{1191D145-9274-4ACD-9229-394884736F9A}" type="pres">
      <dgm:prSet presAssocID="{74A3B373-3AA7-4470-A82A-77C24FC9777B}" presName="container" presStyleCnt="0">
        <dgm:presLayoutVars>
          <dgm:dir/>
          <dgm:resizeHandles val="exact"/>
        </dgm:presLayoutVars>
      </dgm:prSet>
      <dgm:spPr/>
    </dgm:pt>
    <dgm:pt modelId="{DF90C35D-4A61-463E-910F-682B192B9327}" type="pres">
      <dgm:prSet presAssocID="{FC5C0DA2-EA94-4765-BFDE-043033969C64}" presName="compNode" presStyleCnt="0"/>
      <dgm:spPr/>
    </dgm:pt>
    <dgm:pt modelId="{6FC159AB-16A1-444C-95C8-5881B2DB02B0}" type="pres">
      <dgm:prSet presAssocID="{FC5C0DA2-EA94-4765-BFDE-043033969C64}" presName="iconBgRect" presStyleLbl="bgShp" presStyleIdx="0" presStyleCnt="3"/>
      <dgm:spPr/>
    </dgm:pt>
    <dgm:pt modelId="{802456B6-1BDC-4BE4-9044-179070777615}" type="pres">
      <dgm:prSet presAssocID="{FC5C0DA2-EA94-4765-BFDE-043033969C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AD76C63-70A3-4C73-9846-2A92675C54B1}" type="pres">
      <dgm:prSet presAssocID="{FC5C0DA2-EA94-4765-BFDE-043033969C64}" presName="spaceRect" presStyleCnt="0"/>
      <dgm:spPr/>
    </dgm:pt>
    <dgm:pt modelId="{0BF28C7F-8CBC-46EC-AA8B-5DD4E105DB7C}" type="pres">
      <dgm:prSet presAssocID="{FC5C0DA2-EA94-4765-BFDE-043033969C64}" presName="textRect" presStyleLbl="revTx" presStyleIdx="0" presStyleCnt="3">
        <dgm:presLayoutVars>
          <dgm:chMax val="1"/>
          <dgm:chPref val="1"/>
        </dgm:presLayoutVars>
      </dgm:prSet>
      <dgm:spPr/>
    </dgm:pt>
    <dgm:pt modelId="{6B177870-8989-45A3-A5BC-CC07F4F76D02}" type="pres">
      <dgm:prSet presAssocID="{1BE268DD-8C76-4E81-BB4E-D1E243E8513E}" presName="sibTrans" presStyleLbl="sibTrans2D1" presStyleIdx="0" presStyleCnt="0"/>
      <dgm:spPr/>
    </dgm:pt>
    <dgm:pt modelId="{52E25C70-83E0-49B8-B02B-E59A58237F9E}" type="pres">
      <dgm:prSet presAssocID="{1A83964A-2E55-4D49-9F65-2315E0767396}" presName="compNode" presStyleCnt="0"/>
      <dgm:spPr/>
    </dgm:pt>
    <dgm:pt modelId="{B4D1E45E-148D-43CF-B0C3-77E227B2B750}" type="pres">
      <dgm:prSet presAssocID="{1A83964A-2E55-4D49-9F65-2315E0767396}" presName="iconBgRect" presStyleLbl="bgShp" presStyleIdx="1" presStyleCnt="3"/>
      <dgm:spPr/>
    </dgm:pt>
    <dgm:pt modelId="{88094499-7CB1-4B53-B433-EA55485209AD}" type="pres">
      <dgm:prSet presAssocID="{1A83964A-2E55-4D49-9F65-2315E07673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CDF7BA-871A-4B43-8EED-4456BFDD9C3D}" type="pres">
      <dgm:prSet presAssocID="{1A83964A-2E55-4D49-9F65-2315E0767396}" presName="spaceRect" presStyleCnt="0"/>
      <dgm:spPr/>
    </dgm:pt>
    <dgm:pt modelId="{543D703A-BF7C-4E3B-8F87-45E8F230DB23}" type="pres">
      <dgm:prSet presAssocID="{1A83964A-2E55-4D49-9F65-2315E0767396}" presName="textRect" presStyleLbl="revTx" presStyleIdx="1" presStyleCnt="3">
        <dgm:presLayoutVars>
          <dgm:chMax val="1"/>
          <dgm:chPref val="1"/>
        </dgm:presLayoutVars>
      </dgm:prSet>
      <dgm:spPr/>
    </dgm:pt>
    <dgm:pt modelId="{A15FCA9B-727D-4772-9257-96583F4C7183}" type="pres">
      <dgm:prSet presAssocID="{6723FC8D-CF07-4ADC-B690-A087A8EB1C6F}" presName="sibTrans" presStyleLbl="sibTrans2D1" presStyleIdx="0" presStyleCnt="0"/>
      <dgm:spPr/>
    </dgm:pt>
    <dgm:pt modelId="{D0DF0050-9929-45AB-98FC-955A59F8A450}" type="pres">
      <dgm:prSet presAssocID="{837263FE-EBB1-4E4E-9507-CAC18C1925D9}" presName="compNode" presStyleCnt="0"/>
      <dgm:spPr/>
    </dgm:pt>
    <dgm:pt modelId="{8DD1E667-9A0C-49F5-ABE6-96D94370D926}" type="pres">
      <dgm:prSet presAssocID="{837263FE-EBB1-4E4E-9507-CAC18C1925D9}" presName="iconBgRect" presStyleLbl="bgShp" presStyleIdx="2" presStyleCnt="3"/>
      <dgm:spPr/>
    </dgm:pt>
    <dgm:pt modelId="{8BED2CF5-B309-491B-BC40-B8B47A56DA0D}" type="pres">
      <dgm:prSet presAssocID="{837263FE-EBB1-4E4E-9507-CAC18C1925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94BDE03-60C6-4794-87CF-350A62B75B7C}" type="pres">
      <dgm:prSet presAssocID="{837263FE-EBB1-4E4E-9507-CAC18C1925D9}" presName="spaceRect" presStyleCnt="0"/>
      <dgm:spPr/>
    </dgm:pt>
    <dgm:pt modelId="{2632FE81-E31F-4919-90FF-46E747BF1963}" type="pres">
      <dgm:prSet presAssocID="{837263FE-EBB1-4E4E-9507-CAC18C192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2E1B49-5E35-467B-9C01-1AA86D69DB00}" type="presOf" srcId="{74A3B373-3AA7-4470-A82A-77C24FC9777B}" destId="{651D48E3-F0A5-44C9-B5E5-2C2F218D61B4}" srcOrd="0" destOrd="0" presId="urn:microsoft.com/office/officeart/2018/2/layout/IconCircleList"/>
    <dgm:cxn modelId="{F527BA72-FE86-4B9C-A3A5-0B8FDA68F229}" srcId="{74A3B373-3AA7-4470-A82A-77C24FC9777B}" destId="{1A83964A-2E55-4D49-9F65-2315E0767396}" srcOrd="1" destOrd="0" parTransId="{0A930D8B-E93C-4C6E-97FF-D35A9CEA3F37}" sibTransId="{6723FC8D-CF07-4ADC-B690-A087A8EB1C6F}"/>
    <dgm:cxn modelId="{14112F78-C24D-4B9B-8656-C579AE0119F3}" type="presOf" srcId="{6723FC8D-CF07-4ADC-B690-A087A8EB1C6F}" destId="{A15FCA9B-727D-4772-9257-96583F4C7183}" srcOrd="0" destOrd="0" presId="urn:microsoft.com/office/officeart/2018/2/layout/IconCircleList"/>
    <dgm:cxn modelId="{F187FCA6-08C8-44AF-8E3A-E0E980705DEC}" type="presOf" srcId="{1BE268DD-8C76-4E81-BB4E-D1E243E8513E}" destId="{6B177870-8989-45A3-A5BC-CC07F4F76D02}" srcOrd="0" destOrd="0" presId="urn:microsoft.com/office/officeart/2018/2/layout/IconCircleList"/>
    <dgm:cxn modelId="{BCAB70AB-5ECC-4627-9E6A-4F8C75B3004D}" type="presOf" srcId="{1A83964A-2E55-4D49-9F65-2315E0767396}" destId="{543D703A-BF7C-4E3B-8F87-45E8F230DB23}" srcOrd="0" destOrd="0" presId="urn:microsoft.com/office/officeart/2018/2/layout/IconCircleList"/>
    <dgm:cxn modelId="{1B1713B8-3A8D-4310-A519-5C02F87C5E53}" srcId="{74A3B373-3AA7-4470-A82A-77C24FC9777B}" destId="{837263FE-EBB1-4E4E-9507-CAC18C1925D9}" srcOrd="2" destOrd="0" parTransId="{284E7C55-5CFB-432C-AA9D-5B75F391D526}" sibTransId="{6B64BB10-6CDF-4D49-AC24-6FC2273E210B}"/>
    <dgm:cxn modelId="{62EC8DC9-5A08-4D38-A796-2DD57DCF36D2}" type="presOf" srcId="{FC5C0DA2-EA94-4765-BFDE-043033969C64}" destId="{0BF28C7F-8CBC-46EC-AA8B-5DD4E105DB7C}" srcOrd="0" destOrd="0" presId="urn:microsoft.com/office/officeart/2018/2/layout/IconCircleList"/>
    <dgm:cxn modelId="{085C18DE-08B6-4E17-A153-ED5C45A8B3F6}" srcId="{74A3B373-3AA7-4470-A82A-77C24FC9777B}" destId="{FC5C0DA2-EA94-4765-BFDE-043033969C64}" srcOrd="0" destOrd="0" parTransId="{65F9AEAD-BD71-4D1A-94D8-8F44D249C073}" sibTransId="{1BE268DD-8C76-4E81-BB4E-D1E243E8513E}"/>
    <dgm:cxn modelId="{CF6E9DE5-8A89-464C-A625-F9BAEA5426C9}" type="presOf" srcId="{837263FE-EBB1-4E4E-9507-CAC18C1925D9}" destId="{2632FE81-E31F-4919-90FF-46E747BF1963}" srcOrd="0" destOrd="0" presId="urn:microsoft.com/office/officeart/2018/2/layout/IconCircleList"/>
    <dgm:cxn modelId="{6FFF07C2-2A63-492B-915F-403871D38231}" type="presParOf" srcId="{651D48E3-F0A5-44C9-B5E5-2C2F218D61B4}" destId="{1191D145-9274-4ACD-9229-394884736F9A}" srcOrd="0" destOrd="0" presId="urn:microsoft.com/office/officeart/2018/2/layout/IconCircleList"/>
    <dgm:cxn modelId="{5199E524-7B77-46D6-8ED6-5B2C3C390956}" type="presParOf" srcId="{1191D145-9274-4ACD-9229-394884736F9A}" destId="{DF90C35D-4A61-463E-910F-682B192B9327}" srcOrd="0" destOrd="0" presId="urn:microsoft.com/office/officeart/2018/2/layout/IconCircleList"/>
    <dgm:cxn modelId="{EE740987-02B8-478F-85B0-E4614154A7CC}" type="presParOf" srcId="{DF90C35D-4A61-463E-910F-682B192B9327}" destId="{6FC159AB-16A1-444C-95C8-5881B2DB02B0}" srcOrd="0" destOrd="0" presId="urn:microsoft.com/office/officeart/2018/2/layout/IconCircleList"/>
    <dgm:cxn modelId="{C0A91617-E4B9-4D73-8321-ABC45275FC84}" type="presParOf" srcId="{DF90C35D-4A61-463E-910F-682B192B9327}" destId="{802456B6-1BDC-4BE4-9044-179070777615}" srcOrd="1" destOrd="0" presId="urn:microsoft.com/office/officeart/2018/2/layout/IconCircleList"/>
    <dgm:cxn modelId="{8C29B801-8705-442B-A0A7-F75658146C74}" type="presParOf" srcId="{DF90C35D-4A61-463E-910F-682B192B9327}" destId="{7AD76C63-70A3-4C73-9846-2A92675C54B1}" srcOrd="2" destOrd="0" presId="urn:microsoft.com/office/officeart/2018/2/layout/IconCircleList"/>
    <dgm:cxn modelId="{58273EB1-5CD2-468A-8FCE-AB3C420AB984}" type="presParOf" srcId="{DF90C35D-4A61-463E-910F-682B192B9327}" destId="{0BF28C7F-8CBC-46EC-AA8B-5DD4E105DB7C}" srcOrd="3" destOrd="0" presId="urn:microsoft.com/office/officeart/2018/2/layout/IconCircleList"/>
    <dgm:cxn modelId="{44D5C366-177D-4743-9C86-AB985F247F86}" type="presParOf" srcId="{1191D145-9274-4ACD-9229-394884736F9A}" destId="{6B177870-8989-45A3-A5BC-CC07F4F76D02}" srcOrd="1" destOrd="0" presId="urn:microsoft.com/office/officeart/2018/2/layout/IconCircleList"/>
    <dgm:cxn modelId="{459EBA79-1779-45F0-B6F9-EC778D3CEAFC}" type="presParOf" srcId="{1191D145-9274-4ACD-9229-394884736F9A}" destId="{52E25C70-83E0-49B8-B02B-E59A58237F9E}" srcOrd="2" destOrd="0" presId="urn:microsoft.com/office/officeart/2018/2/layout/IconCircleList"/>
    <dgm:cxn modelId="{50C5C0FD-8C69-4168-ABC3-28134C94310B}" type="presParOf" srcId="{52E25C70-83E0-49B8-B02B-E59A58237F9E}" destId="{B4D1E45E-148D-43CF-B0C3-77E227B2B750}" srcOrd="0" destOrd="0" presId="urn:microsoft.com/office/officeart/2018/2/layout/IconCircleList"/>
    <dgm:cxn modelId="{A57A4247-BCF9-472A-ABC5-EDB8143E95D6}" type="presParOf" srcId="{52E25C70-83E0-49B8-B02B-E59A58237F9E}" destId="{88094499-7CB1-4B53-B433-EA55485209AD}" srcOrd="1" destOrd="0" presId="urn:microsoft.com/office/officeart/2018/2/layout/IconCircleList"/>
    <dgm:cxn modelId="{7901484B-271F-4007-98C1-5CF029166359}" type="presParOf" srcId="{52E25C70-83E0-49B8-B02B-E59A58237F9E}" destId="{90CDF7BA-871A-4B43-8EED-4456BFDD9C3D}" srcOrd="2" destOrd="0" presId="urn:microsoft.com/office/officeart/2018/2/layout/IconCircleList"/>
    <dgm:cxn modelId="{C12DDD5C-73EF-4BD7-A37A-76A3D5B1FCF5}" type="presParOf" srcId="{52E25C70-83E0-49B8-B02B-E59A58237F9E}" destId="{543D703A-BF7C-4E3B-8F87-45E8F230DB23}" srcOrd="3" destOrd="0" presId="urn:microsoft.com/office/officeart/2018/2/layout/IconCircleList"/>
    <dgm:cxn modelId="{60C69A0F-51E0-484F-897D-9C85B6BF165B}" type="presParOf" srcId="{1191D145-9274-4ACD-9229-394884736F9A}" destId="{A15FCA9B-727D-4772-9257-96583F4C7183}" srcOrd="3" destOrd="0" presId="urn:microsoft.com/office/officeart/2018/2/layout/IconCircleList"/>
    <dgm:cxn modelId="{8A83353E-FAAB-4716-A1D4-3682480B0EEE}" type="presParOf" srcId="{1191D145-9274-4ACD-9229-394884736F9A}" destId="{D0DF0050-9929-45AB-98FC-955A59F8A450}" srcOrd="4" destOrd="0" presId="urn:microsoft.com/office/officeart/2018/2/layout/IconCircleList"/>
    <dgm:cxn modelId="{0F7F4FCC-6AF9-4D53-A4FD-74DDA032E6D7}" type="presParOf" srcId="{D0DF0050-9929-45AB-98FC-955A59F8A450}" destId="{8DD1E667-9A0C-49F5-ABE6-96D94370D926}" srcOrd="0" destOrd="0" presId="urn:microsoft.com/office/officeart/2018/2/layout/IconCircleList"/>
    <dgm:cxn modelId="{ED2549DB-15EA-439E-8BFF-CEF65D5DDC40}" type="presParOf" srcId="{D0DF0050-9929-45AB-98FC-955A59F8A450}" destId="{8BED2CF5-B309-491B-BC40-B8B47A56DA0D}" srcOrd="1" destOrd="0" presId="urn:microsoft.com/office/officeart/2018/2/layout/IconCircleList"/>
    <dgm:cxn modelId="{B0BC13BE-65AC-44A4-BA56-0CD919E4CDDF}" type="presParOf" srcId="{D0DF0050-9929-45AB-98FC-955A59F8A450}" destId="{194BDE03-60C6-4794-87CF-350A62B75B7C}" srcOrd="2" destOrd="0" presId="urn:microsoft.com/office/officeart/2018/2/layout/IconCircleList"/>
    <dgm:cxn modelId="{312AE9EF-263F-420F-83AF-B3CEB4CF9C80}" type="presParOf" srcId="{D0DF0050-9929-45AB-98FC-955A59F8A450}" destId="{2632FE81-E31F-4919-90FF-46E747BF19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D3E96-111D-48B9-B2AB-1EF2003AF42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2A9346-9408-42F8-99AE-A2CABDD2F029}">
      <dgm:prSet/>
      <dgm:spPr/>
      <dgm:t>
        <a:bodyPr/>
        <a:lstStyle/>
        <a:p>
          <a:r>
            <a:rPr lang="en-GB"/>
            <a:t>Manufacturing </a:t>
          </a:r>
          <a:endParaRPr lang="en-US"/>
        </a:p>
      </dgm:t>
    </dgm:pt>
    <dgm:pt modelId="{C2ADA654-A31E-4C10-BAD4-6E6FFC9A8232}" type="parTrans" cxnId="{49C312FA-D29A-4C33-915A-67F4FAAE2F07}">
      <dgm:prSet/>
      <dgm:spPr/>
      <dgm:t>
        <a:bodyPr/>
        <a:lstStyle/>
        <a:p>
          <a:endParaRPr lang="en-US"/>
        </a:p>
      </dgm:t>
    </dgm:pt>
    <dgm:pt modelId="{361F84C8-1597-4E0B-904D-089BC71973B1}" type="sibTrans" cxnId="{49C312FA-D29A-4C33-915A-67F4FAAE2F07}">
      <dgm:prSet/>
      <dgm:spPr/>
      <dgm:t>
        <a:bodyPr/>
        <a:lstStyle/>
        <a:p>
          <a:endParaRPr lang="en-US"/>
        </a:p>
      </dgm:t>
    </dgm:pt>
    <dgm:pt modelId="{EF1D073F-C3CD-425C-A832-BED6D0748234}">
      <dgm:prSet/>
      <dgm:spPr/>
      <dgm:t>
        <a:bodyPr/>
        <a:lstStyle/>
        <a:p>
          <a:r>
            <a:rPr lang="en-GB"/>
            <a:t>Production </a:t>
          </a:r>
          <a:endParaRPr lang="en-US"/>
        </a:p>
      </dgm:t>
    </dgm:pt>
    <dgm:pt modelId="{EED4CDD4-18D8-47EE-9CC3-7158696D8186}" type="parTrans" cxnId="{8E353049-21AD-4886-B594-5BC9A91B078B}">
      <dgm:prSet/>
      <dgm:spPr/>
      <dgm:t>
        <a:bodyPr/>
        <a:lstStyle/>
        <a:p>
          <a:endParaRPr lang="en-US"/>
        </a:p>
      </dgm:t>
    </dgm:pt>
    <dgm:pt modelId="{083A83F3-2346-49FF-891D-D6D0231C36AE}" type="sibTrans" cxnId="{8E353049-21AD-4886-B594-5BC9A91B078B}">
      <dgm:prSet/>
      <dgm:spPr/>
      <dgm:t>
        <a:bodyPr/>
        <a:lstStyle/>
        <a:p>
          <a:endParaRPr lang="en-US"/>
        </a:p>
      </dgm:t>
    </dgm:pt>
    <dgm:pt modelId="{3C9AB0E5-70AC-49F4-9804-50B45BE52D76}">
      <dgm:prSet/>
      <dgm:spPr/>
      <dgm:t>
        <a:bodyPr/>
        <a:lstStyle/>
        <a:p>
          <a:r>
            <a:rPr lang="en-GB"/>
            <a:t>Mechanics</a:t>
          </a:r>
          <a:endParaRPr lang="en-US"/>
        </a:p>
      </dgm:t>
    </dgm:pt>
    <dgm:pt modelId="{73162016-BDDB-473B-96C7-3429FE32CA42}" type="parTrans" cxnId="{2A40BEA7-562F-43F0-B291-4F78E2F53CA5}">
      <dgm:prSet/>
      <dgm:spPr/>
      <dgm:t>
        <a:bodyPr/>
        <a:lstStyle/>
        <a:p>
          <a:endParaRPr lang="en-US"/>
        </a:p>
      </dgm:t>
    </dgm:pt>
    <dgm:pt modelId="{69D20AB9-FBF4-4EF8-9495-0D8F9B6AF139}" type="sibTrans" cxnId="{2A40BEA7-562F-43F0-B291-4F78E2F53CA5}">
      <dgm:prSet/>
      <dgm:spPr/>
      <dgm:t>
        <a:bodyPr/>
        <a:lstStyle/>
        <a:p>
          <a:endParaRPr lang="en-US"/>
        </a:p>
      </dgm:t>
    </dgm:pt>
    <dgm:pt modelId="{D2F4A30B-8B52-4A47-9B11-996BF2A2F79C}">
      <dgm:prSet/>
      <dgm:spPr/>
      <dgm:t>
        <a:bodyPr/>
        <a:lstStyle/>
        <a:p>
          <a:r>
            <a:rPr lang="en-GB"/>
            <a:t>Engineering</a:t>
          </a:r>
          <a:endParaRPr lang="en-US"/>
        </a:p>
      </dgm:t>
    </dgm:pt>
    <dgm:pt modelId="{AB38BBBF-A869-46AA-B870-FFDCE76D1560}" type="parTrans" cxnId="{947E4A3C-37AF-422D-B9E8-0AF910A75FD3}">
      <dgm:prSet/>
      <dgm:spPr/>
      <dgm:t>
        <a:bodyPr/>
        <a:lstStyle/>
        <a:p>
          <a:endParaRPr lang="en-US"/>
        </a:p>
      </dgm:t>
    </dgm:pt>
    <dgm:pt modelId="{249F893D-B18D-4DE8-9100-99CC4E474991}" type="sibTrans" cxnId="{947E4A3C-37AF-422D-B9E8-0AF910A75FD3}">
      <dgm:prSet/>
      <dgm:spPr/>
      <dgm:t>
        <a:bodyPr/>
        <a:lstStyle/>
        <a:p>
          <a:endParaRPr lang="en-US"/>
        </a:p>
      </dgm:t>
    </dgm:pt>
    <dgm:pt modelId="{58EAA2EA-37BA-4AAA-A175-9A57BC799A60}">
      <dgm:prSet/>
      <dgm:spPr/>
      <dgm:t>
        <a:bodyPr/>
        <a:lstStyle/>
        <a:p>
          <a:r>
            <a:rPr lang="en-GB"/>
            <a:t>Transportation </a:t>
          </a:r>
          <a:endParaRPr lang="en-US"/>
        </a:p>
      </dgm:t>
    </dgm:pt>
    <dgm:pt modelId="{1A6E257D-3071-40D2-9C40-958F6CF1F739}" type="parTrans" cxnId="{C7711604-2F2F-4438-9BEE-8F0643E63BE4}">
      <dgm:prSet/>
      <dgm:spPr/>
      <dgm:t>
        <a:bodyPr/>
        <a:lstStyle/>
        <a:p>
          <a:endParaRPr lang="en-US"/>
        </a:p>
      </dgm:t>
    </dgm:pt>
    <dgm:pt modelId="{AB337305-6E70-4AB2-B4DE-9E37FFCCB058}" type="sibTrans" cxnId="{C7711604-2F2F-4438-9BEE-8F0643E63BE4}">
      <dgm:prSet/>
      <dgm:spPr/>
      <dgm:t>
        <a:bodyPr/>
        <a:lstStyle/>
        <a:p>
          <a:endParaRPr lang="en-US"/>
        </a:p>
      </dgm:t>
    </dgm:pt>
    <dgm:pt modelId="{669B7B0C-8AA4-4589-9FA3-ADDF1D83DFB4}">
      <dgm:prSet/>
      <dgm:spPr/>
      <dgm:t>
        <a:bodyPr/>
        <a:lstStyle/>
        <a:p>
          <a:r>
            <a:rPr lang="en-GB"/>
            <a:t>Scheduling </a:t>
          </a:r>
          <a:endParaRPr lang="en-US"/>
        </a:p>
      </dgm:t>
    </dgm:pt>
    <dgm:pt modelId="{3D73907C-24CA-4F69-8063-33D5FF2B9C96}" type="parTrans" cxnId="{A35E42F4-14F3-4E4A-A1DC-3CE9BB7BF4EE}">
      <dgm:prSet/>
      <dgm:spPr/>
      <dgm:t>
        <a:bodyPr/>
        <a:lstStyle/>
        <a:p>
          <a:endParaRPr lang="en-US"/>
        </a:p>
      </dgm:t>
    </dgm:pt>
    <dgm:pt modelId="{B55572F0-0912-4C8F-8214-F6A0B52E196E}" type="sibTrans" cxnId="{A35E42F4-14F3-4E4A-A1DC-3CE9BB7BF4EE}">
      <dgm:prSet/>
      <dgm:spPr/>
      <dgm:t>
        <a:bodyPr/>
        <a:lstStyle/>
        <a:p>
          <a:endParaRPr lang="en-US"/>
        </a:p>
      </dgm:t>
    </dgm:pt>
    <dgm:pt modelId="{7B8CEAC7-D5B3-45A6-BCB1-FAECA41D3B68}">
      <dgm:prSet/>
      <dgm:spPr/>
      <dgm:t>
        <a:bodyPr/>
        <a:lstStyle/>
        <a:p>
          <a:r>
            <a:rPr lang="en-GB"/>
            <a:t>Networks</a:t>
          </a:r>
          <a:endParaRPr lang="en-US"/>
        </a:p>
      </dgm:t>
    </dgm:pt>
    <dgm:pt modelId="{EB7CEA38-3F13-4D59-9C63-EDEEC66593D3}" type="parTrans" cxnId="{C6A9A4DB-AFE0-4CD8-91A3-A01C6F4002D8}">
      <dgm:prSet/>
      <dgm:spPr/>
      <dgm:t>
        <a:bodyPr/>
        <a:lstStyle/>
        <a:p>
          <a:endParaRPr lang="en-US"/>
        </a:p>
      </dgm:t>
    </dgm:pt>
    <dgm:pt modelId="{53C46C1C-0AAE-4A61-881F-2E085572920A}" type="sibTrans" cxnId="{C6A9A4DB-AFE0-4CD8-91A3-A01C6F4002D8}">
      <dgm:prSet/>
      <dgm:spPr/>
      <dgm:t>
        <a:bodyPr/>
        <a:lstStyle/>
        <a:p>
          <a:endParaRPr lang="en-US"/>
        </a:p>
      </dgm:t>
    </dgm:pt>
    <dgm:pt modelId="{BBD6B73D-7774-4B1F-88C1-02BF6FE42D3D}">
      <dgm:prSet/>
      <dgm:spPr/>
      <dgm:t>
        <a:bodyPr/>
        <a:lstStyle/>
        <a:p>
          <a:r>
            <a:rPr lang="en-GB"/>
            <a:t>Finance </a:t>
          </a:r>
          <a:endParaRPr lang="en-US"/>
        </a:p>
      </dgm:t>
    </dgm:pt>
    <dgm:pt modelId="{4B1B4C1B-63CE-49AA-A08D-4280F31BAE62}" type="parTrans" cxnId="{F16948FC-A4DD-4B1B-854E-1C94BDBC839E}">
      <dgm:prSet/>
      <dgm:spPr/>
      <dgm:t>
        <a:bodyPr/>
        <a:lstStyle/>
        <a:p>
          <a:endParaRPr lang="en-US"/>
        </a:p>
      </dgm:t>
    </dgm:pt>
    <dgm:pt modelId="{FDF36F14-7F6E-49FF-BB0E-9A889AC3C1FB}" type="sibTrans" cxnId="{F16948FC-A4DD-4B1B-854E-1C94BDBC839E}">
      <dgm:prSet/>
      <dgm:spPr/>
      <dgm:t>
        <a:bodyPr/>
        <a:lstStyle/>
        <a:p>
          <a:endParaRPr lang="en-US"/>
        </a:p>
      </dgm:t>
    </dgm:pt>
    <dgm:pt modelId="{786C68F0-F621-4AED-A721-4C95B81F95FD}" type="pres">
      <dgm:prSet presAssocID="{16ED3E96-111D-48B9-B2AB-1EF2003AF426}" presName="diagram" presStyleCnt="0">
        <dgm:presLayoutVars>
          <dgm:dir/>
          <dgm:resizeHandles val="exact"/>
        </dgm:presLayoutVars>
      </dgm:prSet>
      <dgm:spPr/>
    </dgm:pt>
    <dgm:pt modelId="{F788DD5B-851F-4148-9322-22F08ECC552D}" type="pres">
      <dgm:prSet presAssocID="{ED2A9346-9408-42F8-99AE-A2CABDD2F029}" presName="node" presStyleLbl="node1" presStyleIdx="0" presStyleCnt="8">
        <dgm:presLayoutVars>
          <dgm:bulletEnabled val="1"/>
        </dgm:presLayoutVars>
      </dgm:prSet>
      <dgm:spPr/>
    </dgm:pt>
    <dgm:pt modelId="{3EA8AB0F-06D6-4B3C-862A-EC731F24D9C0}" type="pres">
      <dgm:prSet presAssocID="{361F84C8-1597-4E0B-904D-089BC71973B1}" presName="sibTrans" presStyleCnt="0"/>
      <dgm:spPr/>
    </dgm:pt>
    <dgm:pt modelId="{682B8391-F77B-4AE7-AF66-F60834840DDE}" type="pres">
      <dgm:prSet presAssocID="{EF1D073F-C3CD-425C-A832-BED6D0748234}" presName="node" presStyleLbl="node1" presStyleIdx="1" presStyleCnt="8">
        <dgm:presLayoutVars>
          <dgm:bulletEnabled val="1"/>
        </dgm:presLayoutVars>
      </dgm:prSet>
      <dgm:spPr/>
    </dgm:pt>
    <dgm:pt modelId="{241F0541-A66D-43BF-9280-124AC1539C48}" type="pres">
      <dgm:prSet presAssocID="{083A83F3-2346-49FF-891D-D6D0231C36AE}" presName="sibTrans" presStyleCnt="0"/>
      <dgm:spPr/>
    </dgm:pt>
    <dgm:pt modelId="{C3011AA1-7B01-4EEF-8BD8-5C3BEA0863E4}" type="pres">
      <dgm:prSet presAssocID="{3C9AB0E5-70AC-49F4-9804-50B45BE52D76}" presName="node" presStyleLbl="node1" presStyleIdx="2" presStyleCnt="8">
        <dgm:presLayoutVars>
          <dgm:bulletEnabled val="1"/>
        </dgm:presLayoutVars>
      </dgm:prSet>
      <dgm:spPr/>
    </dgm:pt>
    <dgm:pt modelId="{0DDE7898-2087-43C1-90CA-0E685FF69E86}" type="pres">
      <dgm:prSet presAssocID="{69D20AB9-FBF4-4EF8-9495-0D8F9B6AF139}" presName="sibTrans" presStyleCnt="0"/>
      <dgm:spPr/>
    </dgm:pt>
    <dgm:pt modelId="{89B7F37B-6210-48C6-B05F-1C0CA0BDA31B}" type="pres">
      <dgm:prSet presAssocID="{D2F4A30B-8B52-4A47-9B11-996BF2A2F79C}" presName="node" presStyleLbl="node1" presStyleIdx="3" presStyleCnt="8">
        <dgm:presLayoutVars>
          <dgm:bulletEnabled val="1"/>
        </dgm:presLayoutVars>
      </dgm:prSet>
      <dgm:spPr/>
    </dgm:pt>
    <dgm:pt modelId="{9A22050B-1DA9-4667-82CD-2B267BBDFAAF}" type="pres">
      <dgm:prSet presAssocID="{249F893D-B18D-4DE8-9100-99CC4E474991}" presName="sibTrans" presStyleCnt="0"/>
      <dgm:spPr/>
    </dgm:pt>
    <dgm:pt modelId="{ADD618F9-2A4E-4063-AF95-75C51B7834F6}" type="pres">
      <dgm:prSet presAssocID="{58EAA2EA-37BA-4AAA-A175-9A57BC799A60}" presName="node" presStyleLbl="node1" presStyleIdx="4" presStyleCnt="8">
        <dgm:presLayoutVars>
          <dgm:bulletEnabled val="1"/>
        </dgm:presLayoutVars>
      </dgm:prSet>
      <dgm:spPr/>
    </dgm:pt>
    <dgm:pt modelId="{531852FA-82EA-49D6-AF72-8B07103DE47C}" type="pres">
      <dgm:prSet presAssocID="{AB337305-6E70-4AB2-B4DE-9E37FFCCB058}" presName="sibTrans" presStyleCnt="0"/>
      <dgm:spPr/>
    </dgm:pt>
    <dgm:pt modelId="{5DEB4A53-8E86-409E-82BF-4387CB9C446C}" type="pres">
      <dgm:prSet presAssocID="{669B7B0C-8AA4-4589-9FA3-ADDF1D83DFB4}" presName="node" presStyleLbl="node1" presStyleIdx="5" presStyleCnt="8">
        <dgm:presLayoutVars>
          <dgm:bulletEnabled val="1"/>
        </dgm:presLayoutVars>
      </dgm:prSet>
      <dgm:spPr/>
    </dgm:pt>
    <dgm:pt modelId="{3AEBEE85-B87F-4E5C-850B-482E348BD4DD}" type="pres">
      <dgm:prSet presAssocID="{B55572F0-0912-4C8F-8214-F6A0B52E196E}" presName="sibTrans" presStyleCnt="0"/>
      <dgm:spPr/>
    </dgm:pt>
    <dgm:pt modelId="{BF03BCBA-F747-4721-BF74-26EE910220BB}" type="pres">
      <dgm:prSet presAssocID="{7B8CEAC7-D5B3-45A6-BCB1-FAECA41D3B68}" presName="node" presStyleLbl="node1" presStyleIdx="6" presStyleCnt="8">
        <dgm:presLayoutVars>
          <dgm:bulletEnabled val="1"/>
        </dgm:presLayoutVars>
      </dgm:prSet>
      <dgm:spPr/>
    </dgm:pt>
    <dgm:pt modelId="{F08391ED-7939-4AF7-8F39-664BC1491CCF}" type="pres">
      <dgm:prSet presAssocID="{53C46C1C-0AAE-4A61-881F-2E085572920A}" presName="sibTrans" presStyleCnt="0"/>
      <dgm:spPr/>
    </dgm:pt>
    <dgm:pt modelId="{EA410883-1E23-40AA-9EA4-C74856493A53}" type="pres">
      <dgm:prSet presAssocID="{BBD6B73D-7774-4B1F-88C1-02BF6FE42D3D}" presName="node" presStyleLbl="node1" presStyleIdx="7" presStyleCnt="8">
        <dgm:presLayoutVars>
          <dgm:bulletEnabled val="1"/>
        </dgm:presLayoutVars>
      </dgm:prSet>
      <dgm:spPr/>
    </dgm:pt>
  </dgm:ptLst>
  <dgm:cxnLst>
    <dgm:cxn modelId="{C7711604-2F2F-4438-9BEE-8F0643E63BE4}" srcId="{16ED3E96-111D-48B9-B2AB-1EF2003AF426}" destId="{58EAA2EA-37BA-4AAA-A175-9A57BC799A60}" srcOrd="4" destOrd="0" parTransId="{1A6E257D-3071-40D2-9C40-958F6CF1F739}" sibTransId="{AB337305-6E70-4AB2-B4DE-9E37FFCCB058}"/>
    <dgm:cxn modelId="{8F3BBB11-DCFD-4053-9A73-A68255FE9CA8}" type="presOf" srcId="{669B7B0C-8AA4-4589-9FA3-ADDF1D83DFB4}" destId="{5DEB4A53-8E86-409E-82BF-4387CB9C446C}" srcOrd="0" destOrd="0" presId="urn:microsoft.com/office/officeart/2005/8/layout/default"/>
    <dgm:cxn modelId="{3C92A51C-E7B0-48BE-8372-5FE55E7A45CF}" type="presOf" srcId="{EF1D073F-C3CD-425C-A832-BED6D0748234}" destId="{682B8391-F77B-4AE7-AF66-F60834840DDE}" srcOrd="0" destOrd="0" presId="urn:microsoft.com/office/officeart/2005/8/layout/default"/>
    <dgm:cxn modelId="{578BB732-C51F-476C-8F01-B769A23E82FB}" type="presOf" srcId="{BBD6B73D-7774-4B1F-88C1-02BF6FE42D3D}" destId="{EA410883-1E23-40AA-9EA4-C74856493A53}" srcOrd="0" destOrd="0" presId="urn:microsoft.com/office/officeart/2005/8/layout/default"/>
    <dgm:cxn modelId="{CEEBBE37-FC65-4859-8F7A-2CDEF5890C7E}" type="presOf" srcId="{D2F4A30B-8B52-4A47-9B11-996BF2A2F79C}" destId="{89B7F37B-6210-48C6-B05F-1C0CA0BDA31B}" srcOrd="0" destOrd="0" presId="urn:microsoft.com/office/officeart/2005/8/layout/default"/>
    <dgm:cxn modelId="{947E4A3C-37AF-422D-B9E8-0AF910A75FD3}" srcId="{16ED3E96-111D-48B9-B2AB-1EF2003AF426}" destId="{D2F4A30B-8B52-4A47-9B11-996BF2A2F79C}" srcOrd="3" destOrd="0" parTransId="{AB38BBBF-A869-46AA-B870-FFDCE76D1560}" sibTransId="{249F893D-B18D-4DE8-9100-99CC4E474991}"/>
    <dgm:cxn modelId="{5C5D0F5D-DB6B-4CE3-9DBF-93DD9C694225}" type="presOf" srcId="{16ED3E96-111D-48B9-B2AB-1EF2003AF426}" destId="{786C68F0-F621-4AED-A721-4C95B81F95FD}" srcOrd="0" destOrd="0" presId="urn:microsoft.com/office/officeart/2005/8/layout/default"/>
    <dgm:cxn modelId="{8E353049-21AD-4886-B594-5BC9A91B078B}" srcId="{16ED3E96-111D-48B9-B2AB-1EF2003AF426}" destId="{EF1D073F-C3CD-425C-A832-BED6D0748234}" srcOrd="1" destOrd="0" parTransId="{EED4CDD4-18D8-47EE-9CC3-7158696D8186}" sibTransId="{083A83F3-2346-49FF-891D-D6D0231C36AE}"/>
    <dgm:cxn modelId="{D8319A5A-1852-4B81-83A0-BDE6B58E9970}" type="presOf" srcId="{7B8CEAC7-D5B3-45A6-BCB1-FAECA41D3B68}" destId="{BF03BCBA-F747-4721-BF74-26EE910220BB}" srcOrd="0" destOrd="0" presId="urn:microsoft.com/office/officeart/2005/8/layout/default"/>
    <dgm:cxn modelId="{05468D9C-C0BC-4397-9303-F66CFF83F137}" type="presOf" srcId="{3C9AB0E5-70AC-49F4-9804-50B45BE52D76}" destId="{C3011AA1-7B01-4EEF-8BD8-5C3BEA0863E4}" srcOrd="0" destOrd="0" presId="urn:microsoft.com/office/officeart/2005/8/layout/default"/>
    <dgm:cxn modelId="{ED931AA0-AF48-4065-9A93-3DC38BF2F65F}" type="presOf" srcId="{58EAA2EA-37BA-4AAA-A175-9A57BC799A60}" destId="{ADD618F9-2A4E-4063-AF95-75C51B7834F6}" srcOrd="0" destOrd="0" presId="urn:microsoft.com/office/officeart/2005/8/layout/default"/>
    <dgm:cxn modelId="{2A40BEA7-562F-43F0-B291-4F78E2F53CA5}" srcId="{16ED3E96-111D-48B9-B2AB-1EF2003AF426}" destId="{3C9AB0E5-70AC-49F4-9804-50B45BE52D76}" srcOrd="2" destOrd="0" parTransId="{73162016-BDDB-473B-96C7-3429FE32CA42}" sibTransId="{69D20AB9-FBF4-4EF8-9495-0D8F9B6AF139}"/>
    <dgm:cxn modelId="{9B6D40B4-C96B-40E7-A220-F1A24707474E}" type="presOf" srcId="{ED2A9346-9408-42F8-99AE-A2CABDD2F029}" destId="{F788DD5B-851F-4148-9322-22F08ECC552D}" srcOrd="0" destOrd="0" presId="urn:microsoft.com/office/officeart/2005/8/layout/default"/>
    <dgm:cxn modelId="{C6A9A4DB-AFE0-4CD8-91A3-A01C6F4002D8}" srcId="{16ED3E96-111D-48B9-B2AB-1EF2003AF426}" destId="{7B8CEAC7-D5B3-45A6-BCB1-FAECA41D3B68}" srcOrd="6" destOrd="0" parTransId="{EB7CEA38-3F13-4D59-9C63-EDEEC66593D3}" sibTransId="{53C46C1C-0AAE-4A61-881F-2E085572920A}"/>
    <dgm:cxn modelId="{A35E42F4-14F3-4E4A-A1DC-3CE9BB7BF4EE}" srcId="{16ED3E96-111D-48B9-B2AB-1EF2003AF426}" destId="{669B7B0C-8AA4-4589-9FA3-ADDF1D83DFB4}" srcOrd="5" destOrd="0" parTransId="{3D73907C-24CA-4F69-8063-33D5FF2B9C96}" sibTransId="{B55572F0-0912-4C8F-8214-F6A0B52E196E}"/>
    <dgm:cxn modelId="{49C312FA-D29A-4C33-915A-67F4FAAE2F07}" srcId="{16ED3E96-111D-48B9-B2AB-1EF2003AF426}" destId="{ED2A9346-9408-42F8-99AE-A2CABDD2F029}" srcOrd="0" destOrd="0" parTransId="{C2ADA654-A31E-4C10-BAD4-6E6FFC9A8232}" sibTransId="{361F84C8-1597-4E0B-904D-089BC71973B1}"/>
    <dgm:cxn modelId="{F16948FC-A4DD-4B1B-854E-1C94BDBC839E}" srcId="{16ED3E96-111D-48B9-B2AB-1EF2003AF426}" destId="{BBD6B73D-7774-4B1F-88C1-02BF6FE42D3D}" srcOrd="7" destOrd="0" parTransId="{4B1B4C1B-63CE-49AA-A08D-4280F31BAE62}" sibTransId="{FDF36F14-7F6E-49FF-BB0E-9A889AC3C1FB}"/>
    <dgm:cxn modelId="{D0BA31A2-0CCF-4ABC-89D1-087C5E6F961B}" type="presParOf" srcId="{786C68F0-F621-4AED-A721-4C95B81F95FD}" destId="{F788DD5B-851F-4148-9322-22F08ECC552D}" srcOrd="0" destOrd="0" presId="urn:microsoft.com/office/officeart/2005/8/layout/default"/>
    <dgm:cxn modelId="{ADCC176B-245D-4BFF-847D-A62E74822087}" type="presParOf" srcId="{786C68F0-F621-4AED-A721-4C95B81F95FD}" destId="{3EA8AB0F-06D6-4B3C-862A-EC731F24D9C0}" srcOrd="1" destOrd="0" presId="urn:microsoft.com/office/officeart/2005/8/layout/default"/>
    <dgm:cxn modelId="{C82B54AC-0ADF-473B-99E1-F8F19A5F45FF}" type="presParOf" srcId="{786C68F0-F621-4AED-A721-4C95B81F95FD}" destId="{682B8391-F77B-4AE7-AF66-F60834840DDE}" srcOrd="2" destOrd="0" presId="urn:microsoft.com/office/officeart/2005/8/layout/default"/>
    <dgm:cxn modelId="{1A9888B6-35A8-4AED-9B8D-C706287E5322}" type="presParOf" srcId="{786C68F0-F621-4AED-A721-4C95B81F95FD}" destId="{241F0541-A66D-43BF-9280-124AC1539C48}" srcOrd="3" destOrd="0" presId="urn:microsoft.com/office/officeart/2005/8/layout/default"/>
    <dgm:cxn modelId="{CF0A9757-C951-45FA-8ED9-F668F4BE944F}" type="presParOf" srcId="{786C68F0-F621-4AED-A721-4C95B81F95FD}" destId="{C3011AA1-7B01-4EEF-8BD8-5C3BEA0863E4}" srcOrd="4" destOrd="0" presId="urn:microsoft.com/office/officeart/2005/8/layout/default"/>
    <dgm:cxn modelId="{6EAB983F-AD5D-496C-A793-80FEA81924BA}" type="presParOf" srcId="{786C68F0-F621-4AED-A721-4C95B81F95FD}" destId="{0DDE7898-2087-43C1-90CA-0E685FF69E86}" srcOrd="5" destOrd="0" presId="urn:microsoft.com/office/officeart/2005/8/layout/default"/>
    <dgm:cxn modelId="{50BFF3E5-7C95-4359-A2FD-449E7FBF9C97}" type="presParOf" srcId="{786C68F0-F621-4AED-A721-4C95B81F95FD}" destId="{89B7F37B-6210-48C6-B05F-1C0CA0BDA31B}" srcOrd="6" destOrd="0" presId="urn:microsoft.com/office/officeart/2005/8/layout/default"/>
    <dgm:cxn modelId="{B870624F-5CEE-4655-B6FF-D5406D5F2893}" type="presParOf" srcId="{786C68F0-F621-4AED-A721-4C95B81F95FD}" destId="{9A22050B-1DA9-4667-82CD-2B267BBDFAAF}" srcOrd="7" destOrd="0" presId="urn:microsoft.com/office/officeart/2005/8/layout/default"/>
    <dgm:cxn modelId="{D07B4DE1-E239-4ED2-B287-BA0D58046405}" type="presParOf" srcId="{786C68F0-F621-4AED-A721-4C95B81F95FD}" destId="{ADD618F9-2A4E-4063-AF95-75C51B7834F6}" srcOrd="8" destOrd="0" presId="urn:microsoft.com/office/officeart/2005/8/layout/default"/>
    <dgm:cxn modelId="{9F264418-B4D5-4257-97F4-A9BF1215656D}" type="presParOf" srcId="{786C68F0-F621-4AED-A721-4C95B81F95FD}" destId="{531852FA-82EA-49D6-AF72-8B07103DE47C}" srcOrd="9" destOrd="0" presId="urn:microsoft.com/office/officeart/2005/8/layout/default"/>
    <dgm:cxn modelId="{AD12019A-675E-4214-86BB-FBE8CC39FC7B}" type="presParOf" srcId="{786C68F0-F621-4AED-A721-4C95B81F95FD}" destId="{5DEB4A53-8E86-409E-82BF-4387CB9C446C}" srcOrd="10" destOrd="0" presId="urn:microsoft.com/office/officeart/2005/8/layout/default"/>
    <dgm:cxn modelId="{6B8FFBE1-2569-4E9F-908C-5F24E777D695}" type="presParOf" srcId="{786C68F0-F621-4AED-A721-4C95B81F95FD}" destId="{3AEBEE85-B87F-4E5C-850B-482E348BD4DD}" srcOrd="11" destOrd="0" presId="urn:microsoft.com/office/officeart/2005/8/layout/default"/>
    <dgm:cxn modelId="{A940DA17-A96E-447C-B044-E66FEBCD4AF1}" type="presParOf" srcId="{786C68F0-F621-4AED-A721-4C95B81F95FD}" destId="{BF03BCBA-F747-4721-BF74-26EE910220BB}" srcOrd="12" destOrd="0" presId="urn:microsoft.com/office/officeart/2005/8/layout/default"/>
    <dgm:cxn modelId="{C5AD6493-0AD6-43C0-84F2-1BD6AF0845FE}" type="presParOf" srcId="{786C68F0-F621-4AED-A721-4C95B81F95FD}" destId="{F08391ED-7939-4AF7-8F39-664BC1491CCF}" srcOrd="13" destOrd="0" presId="urn:microsoft.com/office/officeart/2005/8/layout/default"/>
    <dgm:cxn modelId="{B374A7E3-2735-47D2-A26B-D1F834EBB558}" type="presParOf" srcId="{786C68F0-F621-4AED-A721-4C95B81F95FD}" destId="{EA410883-1E23-40AA-9EA4-C74856493A5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159AB-16A1-444C-95C8-5881B2DB02B0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456B6-1BDC-4BE4-9044-179070777615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28C7F-8CBC-46EC-AA8B-5DD4E105DB7C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All you need is given in this course.</a:t>
          </a:r>
          <a:endParaRPr lang="en-US" sz="1600" kern="1200" dirty="0"/>
        </a:p>
      </dsp:txBody>
      <dsp:txXfrm>
        <a:off x="1312541" y="1640565"/>
        <a:ext cx="2148945" cy="911674"/>
      </dsp:txXfrm>
    </dsp:sp>
    <dsp:sp modelId="{B4D1E45E-148D-43CF-B0C3-77E227B2B750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94499-7CB1-4B53-B433-EA55485209AD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D703A-BF7C-4E3B-8F87-45E8F230DB23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We will be working with the Pyomo and SimPy Python Libraries. We will also be using Excel.</a:t>
          </a:r>
          <a:endParaRPr lang="en-US" sz="1600" kern="1200"/>
        </a:p>
      </dsp:txBody>
      <dsp:txXfrm>
        <a:off x="4942957" y="1640565"/>
        <a:ext cx="2148945" cy="911674"/>
      </dsp:txXfrm>
    </dsp:sp>
    <dsp:sp modelId="{8DD1E667-9A0C-49F5-ABE6-96D94370D926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D2CF5-B309-491B-BC40-B8B47A56DA0D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2FE81-E31F-4919-90FF-46E747BF1963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You can find OR books in the library if you want to widen your reading.</a:t>
          </a:r>
          <a:endParaRPr lang="en-US" sz="1600" kern="120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8DD5B-851F-4148-9322-22F08ECC552D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Manufacturing </a:t>
          </a:r>
          <a:endParaRPr lang="en-US" sz="3000" kern="1200"/>
        </a:p>
      </dsp:txBody>
      <dsp:txXfrm>
        <a:off x="3201" y="445489"/>
        <a:ext cx="2539866" cy="1523919"/>
      </dsp:txXfrm>
    </dsp:sp>
    <dsp:sp modelId="{682B8391-F77B-4AE7-AF66-F60834840DDE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Production </a:t>
          </a:r>
          <a:endParaRPr lang="en-US" sz="3000" kern="1200"/>
        </a:p>
      </dsp:txBody>
      <dsp:txXfrm>
        <a:off x="2797054" y="445489"/>
        <a:ext cx="2539866" cy="1523919"/>
      </dsp:txXfrm>
    </dsp:sp>
    <dsp:sp modelId="{C3011AA1-7B01-4EEF-8BD8-5C3BEA0863E4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Mechanics</a:t>
          </a:r>
          <a:endParaRPr lang="en-US" sz="3000" kern="1200"/>
        </a:p>
      </dsp:txBody>
      <dsp:txXfrm>
        <a:off x="5590907" y="445489"/>
        <a:ext cx="2539866" cy="1523919"/>
      </dsp:txXfrm>
    </dsp:sp>
    <dsp:sp modelId="{89B7F37B-6210-48C6-B05F-1C0CA0BDA31B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Engineering</a:t>
          </a:r>
          <a:endParaRPr lang="en-US" sz="3000" kern="1200"/>
        </a:p>
      </dsp:txBody>
      <dsp:txXfrm>
        <a:off x="8384760" y="445489"/>
        <a:ext cx="2539866" cy="1523919"/>
      </dsp:txXfrm>
    </dsp:sp>
    <dsp:sp modelId="{ADD618F9-2A4E-4063-AF95-75C51B7834F6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Transportation </a:t>
          </a:r>
          <a:endParaRPr lang="en-US" sz="3000" kern="1200"/>
        </a:p>
      </dsp:txBody>
      <dsp:txXfrm>
        <a:off x="3201" y="2223395"/>
        <a:ext cx="2539866" cy="1523919"/>
      </dsp:txXfrm>
    </dsp:sp>
    <dsp:sp modelId="{5DEB4A53-8E86-409E-82BF-4387CB9C446C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Scheduling </a:t>
          </a:r>
          <a:endParaRPr lang="en-US" sz="3000" kern="1200"/>
        </a:p>
      </dsp:txBody>
      <dsp:txXfrm>
        <a:off x="2797054" y="2223395"/>
        <a:ext cx="2539866" cy="1523919"/>
      </dsp:txXfrm>
    </dsp:sp>
    <dsp:sp modelId="{BF03BCBA-F747-4721-BF74-26EE910220BB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Networks</a:t>
          </a:r>
          <a:endParaRPr lang="en-US" sz="3000" kern="1200"/>
        </a:p>
      </dsp:txBody>
      <dsp:txXfrm>
        <a:off x="5590907" y="2223395"/>
        <a:ext cx="2539866" cy="1523919"/>
      </dsp:txXfrm>
    </dsp:sp>
    <dsp:sp modelId="{EA410883-1E23-40AA-9EA4-C74856493A53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Finance </a:t>
          </a:r>
          <a:endParaRPr lang="en-US" sz="3000" kern="120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1845A-6F72-4128-BACB-73A61169DAA5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835C1-AEFE-436B-AB8F-6951AAC22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63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835C1-AEFE-436B-AB8F-6951AAC228C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02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3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32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3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67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31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48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9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47C96751-308A-BDE1-66EC-60A56301AD2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40186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about-or/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oMVVx81kCs?feature=oembed" TargetMode="Externa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ORS/About-OR/OR-in-real-world-situation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theorsociety.com/ORS/About-OR/Business-case-studies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About-OR/Business-case-studies.asp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ORS/About-OR/Starting-out-in-OR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LWbaWrjgU4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LWbaWrjgU4?feature=oembed" TargetMode="Externa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WAzUwzV1F3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0.png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44E07-8D5E-401E-8455-C87BF242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GB" sz="7200" dirty="0"/>
              <a:t>Week 1</a:t>
            </a:r>
            <a:br>
              <a:rPr lang="en-GB" sz="7200" dirty="0"/>
            </a:br>
            <a:br>
              <a:rPr lang="en-GB" sz="7200" dirty="0"/>
            </a:br>
            <a:r>
              <a:rPr lang="en-GB" sz="7200" dirty="0"/>
              <a:t>Introduction to Operational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4D1B-ADE7-4846-AC6B-6683EAA28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 dirty="0" err="1"/>
              <a:t>Dr.</a:t>
            </a:r>
            <a:r>
              <a:rPr lang="en-GB" sz="1500" dirty="0"/>
              <a:t> Sam O’Neill</a:t>
            </a:r>
          </a:p>
          <a:p>
            <a:r>
              <a:rPr lang="en-GB" sz="1500" dirty="0"/>
              <a:t>s.oneill@derby.ac.uk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76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888B-1BC0-A32E-BF6F-90106284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Handbook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290F-E166-DCB6-4437-078600A4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start with a look at the module handbook.</a:t>
            </a:r>
          </a:p>
          <a:p>
            <a:endParaRPr lang="en-GB" dirty="0"/>
          </a:p>
          <a:p>
            <a:r>
              <a:rPr lang="en-GB" dirty="0"/>
              <a:t>You can find this on the module on Course Resources.</a:t>
            </a:r>
          </a:p>
        </p:txBody>
      </p:sp>
    </p:spTree>
    <p:extLst>
      <p:ext uri="{BB962C8B-B14F-4D97-AF65-F5344CB8AC3E}">
        <p14:creationId xmlns:p14="http://schemas.microsoft.com/office/powerpoint/2010/main" val="192017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5A38A-3605-42C5-A790-2B9E403A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Reading and Software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D87FF970-845B-D208-AB74-CC30A837E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885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6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Operational Research?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D36BE-A1F7-4EF1-8A8A-6685E7E981B5}"/>
              </a:ext>
            </a:extLst>
          </p:cNvPr>
          <p:cNvSpPr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https://www.theorsociety.com/about-or/</a:t>
            </a:r>
            <a:endParaRPr lang="en-US" sz="2000" dirty="0"/>
          </a:p>
        </p:txBody>
      </p:sp>
      <p:pic>
        <p:nvPicPr>
          <p:cNvPr id="4" name="Online Media 3" title="What is Operational Research? ￢ﾀﾓ Full feature">
            <a:hlinkClick r:id="" action="ppaction://media"/>
            <a:extLst>
              <a:ext uri="{FF2B5EF4-FFF2-40B4-BE49-F238E27FC236}">
                <a16:creationId xmlns:a16="http://schemas.microsoft.com/office/drawing/2014/main" id="{9770E1D6-9686-4A55-B9E5-25118B0B161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987672" y="1646379"/>
            <a:ext cx="6389346" cy="3594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8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7117-18A0-4463-A5A0-52782E64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GB" sz="5400"/>
              <a:t>OR Society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6D1C-D90B-6CC5-3469-F8A56203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587026"/>
            <a:ext cx="7745969" cy="12393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D3D4-E15E-45D2-98A9-C7E33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>
                <a:hlinkClick r:id="rId3"/>
              </a:rPr>
              <a:t>https://www.theorsociety.com/</a:t>
            </a: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7006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Most problems don’t have an analytical solution.</a:t>
            </a:r>
          </a:p>
          <a:p>
            <a:r>
              <a:rPr lang="en-GB" sz="1700" dirty="0"/>
              <a:t>Need models and methods that can provide us with a good solution!</a:t>
            </a:r>
          </a:p>
          <a:p>
            <a:r>
              <a:rPr lang="en-GB" sz="1700" dirty="0"/>
              <a:t>Finding a good solution to a problem generally has benefits.</a:t>
            </a:r>
          </a:p>
          <a:p>
            <a:r>
              <a:rPr lang="en-GB" sz="1700" dirty="0"/>
              <a:t>e.g. </a:t>
            </a:r>
          </a:p>
          <a:p>
            <a:pPr lvl="1"/>
            <a:r>
              <a:rPr lang="en-GB" sz="1700" dirty="0"/>
              <a:t>Monetary </a:t>
            </a:r>
          </a:p>
          <a:p>
            <a:pPr lvl="1"/>
            <a:r>
              <a:rPr lang="en-GB" sz="1700" dirty="0"/>
              <a:t>Better decision making</a:t>
            </a:r>
          </a:p>
          <a:p>
            <a:pPr lvl="1"/>
            <a:r>
              <a:rPr lang="en-GB" sz="1700" dirty="0"/>
              <a:t>Time saving </a:t>
            </a:r>
          </a:p>
          <a:p>
            <a:pPr lvl="1"/>
            <a:r>
              <a:rPr lang="en-GB" sz="1700" dirty="0"/>
              <a:t>Space saving</a:t>
            </a:r>
          </a:p>
          <a:p>
            <a:r>
              <a:rPr lang="en-GB" sz="1700" dirty="0"/>
              <a:t>Think Covid Modelling as a famous recent example</a:t>
            </a:r>
          </a:p>
          <a:p>
            <a:endParaRPr lang="en-GB" sz="17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AA8771D6-6ADB-C795-6219-385C34677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50" r="399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4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Example fields that use Operational Research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3856E-B326-FA3D-2A37-A83B4BD66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1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95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Just Some Practical Applications…</a:t>
            </a:r>
          </a:p>
        </p:txBody>
      </p:sp>
      <p:sp>
        <p:nvSpPr>
          <p:cNvPr id="2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Investment – Portfolio Optimisation </a:t>
            </a:r>
          </a:p>
          <a:p>
            <a:r>
              <a:rPr lang="en-GB" sz="2400" dirty="0"/>
              <a:t>Production – Stock Cutting</a:t>
            </a:r>
          </a:p>
          <a:p>
            <a:r>
              <a:rPr lang="en-GB" sz="2400" dirty="0"/>
              <a:t>Logistics – Distribution, Transportation, Facility Location</a:t>
            </a:r>
          </a:p>
          <a:p>
            <a:r>
              <a:rPr lang="en-GB" sz="2400" dirty="0"/>
              <a:t>Purchasing – Stock control, i.e. reordering</a:t>
            </a:r>
          </a:p>
          <a:p>
            <a:r>
              <a:rPr lang="en-GB" sz="2400" dirty="0"/>
              <a:t>Airlines – Crew scheduling </a:t>
            </a:r>
          </a:p>
          <a:p>
            <a:r>
              <a:rPr lang="en-GB" sz="2400" dirty="0"/>
              <a:t>Sound Engineering – Optimal speaker placement</a:t>
            </a:r>
          </a:p>
          <a:p>
            <a:r>
              <a:rPr lang="en-GB" sz="2400" dirty="0"/>
              <a:t>Health – Optimising drug regimes, e.g. Cancer Chemotherapy</a:t>
            </a:r>
          </a:p>
          <a:p>
            <a:r>
              <a:rPr lang="en-GB" sz="2400" dirty="0"/>
              <a:t>Sport – Diet, training plans, tournament scheduling</a:t>
            </a:r>
          </a:p>
          <a:p>
            <a:r>
              <a:rPr lang="en-GB" sz="2400" dirty="0"/>
              <a:t>Online retail/advertising – Think eBay, Amazon etc…</a:t>
            </a:r>
          </a:p>
          <a:p>
            <a:r>
              <a:rPr lang="en-GB" sz="2400" dirty="0"/>
              <a:t>To name but a few…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104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0">
            <a:extLst>
              <a:ext uri="{FF2B5EF4-FFF2-40B4-BE49-F238E27FC236}">
                <a16:creationId xmlns:a16="http://schemas.microsoft.com/office/drawing/2014/main" id="{1A8F098D-B94D-40E0-8503-87036AD43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7D932BD-20C1-4F82-986C-BED2C35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678" y="501986"/>
            <a:ext cx="2769973" cy="2769973"/>
          </a:xfrm>
          <a:prstGeom prst="roundRect">
            <a:avLst>
              <a:gd name="adj" fmla="val 4817"/>
            </a:avLst>
          </a:pr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7783403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45F9C-8214-49A2-9318-DBC8615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28" y="486184"/>
            <a:ext cx="5015804" cy="1325563"/>
          </a:xfrm>
        </p:spPr>
        <p:txBody>
          <a:bodyPr>
            <a:normAutofit/>
          </a:bodyPr>
          <a:lstStyle/>
          <a:p>
            <a:r>
              <a:rPr lang="en-GB" dirty="0"/>
              <a:t>OR in real world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2F3E-DDB7-48DE-90EB-6C8173D4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728" y="1946684"/>
            <a:ext cx="5015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3"/>
              </a:rPr>
              <a:t>OR in real world situations | ORS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4"/>
              </a:rPr>
              <a:t>Business case studies | ORS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1C73E-8D0B-EFD5-597A-E23D8BD6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1" y="486184"/>
            <a:ext cx="608859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F9B2-9359-C212-956F-F75A3697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pairs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0446-1ACE-041D-F13B-BF13F437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Pick a business case - </a:t>
            </a:r>
            <a:r>
              <a:rPr lang="en-GB" dirty="0">
                <a:hlinkClick r:id="rId2"/>
              </a:rPr>
              <a:t>Business case studies | ORS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is the problem?</a:t>
            </a:r>
          </a:p>
          <a:p>
            <a:r>
              <a:rPr lang="en-GB" dirty="0"/>
              <a:t>Who are the stakeholders?</a:t>
            </a:r>
          </a:p>
          <a:p>
            <a:r>
              <a:rPr lang="en-GB" dirty="0"/>
              <a:t>What are the constraints? (resources, time, budget, etc.)</a:t>
            </a:r>
          </a:p>
          <a:p>
            <a:r>
              <a:rPr lang="en-GB" dirty="0"/>
              <a:t>What are the objectives / performance measures? (e.g. cost, time, quality, customer satisfaction)</a:t>
            </a:r>
          </a:p>
          <a:p>
            <a:r>
              <a:rPr lang="en-GB" dirty="0"/>
              <a:t>What methods were used?</a:t>
            </a:r>
          </a:p>
          <a:p>
            <a:r>
              <a:rPr lang="en-GB" dirty="0"/>
              <a:t>What outcomes were achieved (cost savings, time reductions, service improvement, etc.)?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Feedback what you have found out to the class.</a:t>
            </a:r>
          </a:p>
        </p:txBody>
      </p:sp>
    </p:spTree>
    <p:extLst>
      <p:ext uri="{BB962C8B-B14F-4D97-AF65-F5344CB8AC3E}">
        <p14:creationId xmlns:p14="http://schemas.microsoft.com/office/powerpoint/2010/main" val="108423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is this module and what will it do for me?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8865-E535-42CE-A6E4-64EA80A3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936187"/>
          </a:xfrm>
        </p:spPr>
        <p:txBody>
          <a:bodyPr>
            <a:noAutofit/>
          </a:bodyPr>
          <a:lstStyle/>
          <a:p>
            <a:r>
              <a:rPr lang="en-GB" sz="2000" dirty="0"/>
              <a:t>This is a general introduction to the field</a:t>
            </a:r>
          </a:p>
          <a:p>
            <a:endParaRPr lang="en-GB" sz="2000" dirty="0"/>
          </a:p>
          <a:p>
            <a:r>
              <a:rPr lang="en-GB" sz="2000" dirty="0"/>
              <a:t>It is not a one size fits all module, it takes years to master.</a:t>
            </a:r>
          </a:p>
          <a:p>
            <a:endParaRPr lang="en-GB" sz="2000" dirty="0"/>
          </a:p>
          <a:p>
            <a:r>
              <a:rPr lang="en-GB" sz="2000" dirty="0"/>
              <a:t>Even then the best will get it wrong. Think Covid-19.</a:t>
            </a:r>
          </a:p>
          <a:p>
            <a:endParaRPr lang="en-GB" sz="2000" dirty="0"/>
          </a:p>
          <a:p>
            <a:r>
              <a:rPr lang="en-GB" sz="2000" dirty="0"/>
              <a:t>It will teach you how to think and reason about a problem.</a:t>
            </a:r>
          </a:p>
          <a:p>
            <a:endParaRPr lang="en-GB" sz="2000" dirty="0"/>
          </a:p>
          <a:p>
            <a:r>
              <a:rPr lang="en-GB" sz="2000" dirty="0"/>
              <a:t>It will give you valuable practical skills when applying for jobs.</a:t>
            </a:r>
          </a:p>
        </p:txBody>
      </p:sp>
    </p:spTree>
    <p:extLst>
      <p:ext uri="{BB962C8B-B14F-4D97-AF65-F5344CB8AC3E}">
        <p14:creationId xmlns:p14="http://schemas.microsoft.com/office/powerpoint/2010/main" val="368725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Arc 1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Career Opportunities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818526"/>
            <a:ext cx="6102850" cy="4081759"/>
          </a:xfrm>
        </p:spPr>
        <p:txBody>
          <a:bodyPr>
            <a:normAutofit lnSpcReduction="10000"/>
          </a:bodyPr>
          <a:lstStyle/>
          <a:p>
            <a:pPr marL="0" indent="0" defTabSz="493776">
              <a:spcBef>
                <a:spcPts val="540"/>
              </a:spcBef>
              <a:buNone/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British Airways (BA) • Home Office • Office for National Statistics (ONS) • IBM • DSTL (Defence and Security Analytics) • RBS • </a:t>
            </a:r>
            <a:r>
              <a:rPr lang="en-GB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Actica</a:t>
            </a: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(Management and Technical Consulting) • Amey (Data, analytics and Infrastructure) • BGL (Price Comparison and Insurance Distribution and Outsourcing) • EY (Consulting, Assurance, Tax and Transaction Services) • Jaguar Land Rover • NATS (Air Traffic Control Services) • ROKE (Research, Development and Consultancy in Technology) • TUI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Statistician • Data scientist • Data analyst • Operational researcher • Operational analyst 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E391E-2B02-A9D5-8D98-79018CEAF65A}"/>
              </a:ext>
            </a:extLst>
          </p:cNvPr>
          <p:cNvSpPr txBox="1">
            <a:spLocks/>
          </p:cNvSpPr>
          <p:nvPr/>
        </p:nvSpPr>
        <p:spPr>
          <a:xfrm>
            <a:off x="7162801" y="3945613"/>
            <a:ext cx="4350934" cy="91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93776">
              <a:spcBef>
                <a:spcPts val="540"/>
              </a:spcBef>
              <a:buNone/>
            </a:pPr>
            <a:r>
              <a:rPr lang="en-GB" dirty="0">
                <a:hlinkClick r:id="rId2"/>
              </a:rPr>
              <a:t>Starting Out in Operational Research | 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86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CA1B-DFA9-F8D6-F8E3-3D251C55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groups of 2/3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01B7-19C1-1DF8-E447-F7C802DE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/>
              <a:t>What interests you about Data Science, AI and Maths?</a:t>
            </a:r>
          </a:p>
          <a:p>
            <a:pPr>
              <a:lnSpc>
                <a:spcPct val="160000"/>
              </a:lnSpc>
            </a:pPr>
            <a:r>
              <a:rPr lang="en-GB" dirty="0"/>
              <a:t>What sort of career would you like?</a:t>
            </a:r>
          </a:p>
          <a:p>
            <a:pPr>
              <a:lnSpc>
                <a:spcPct val="160000"/>
              </a:lnSpc>
            </a:pPr>
            <a:r>
              <a:rPr lang="en-GB" dirty="0"/>
              <a:t>Which industries or problems would you like to work on? (e.g. healthcare, climate change, gaming, finance, transport)</a:t>
            </a:r>
          </a:p>
          <a:p>
            <a:pPr>
              <a:lnSpc>
                <a:spcPct val="160000"/>
              </a:lnSpc>
            </a:pPr>
            <a:r>
              <a:rPr lang="en-GB" dirty="0"/>
              <a:t>What skills do you think you’ll need to get there? (technical, teamwork, communication, ethics)</a:t>
            </a:r>
          </a:p>
          <a:p>
            <a:pPr>
              <a:lnSpc>
                <a:spcPct val="160000"/>
              </a:lnSpc>
            </a:pPr>
            <a:r>
              <a:rPr lang="en-GB" dirty="0"/>
              <a:t>What impact would you like your work to have? (helping people, saving time/money, protecting the planet, creating new tech)</a:t>
            </a:r>
          </a:p>
          <a:p>
            <a:pPr>
              <a:lnSpc>
                <a:spcPct val="160000"/>
              </a:lnSpc>
            </a:pPr>
            <a:r>
              <a:rPr lang="en-GB" dirty="0"/>
              <a:t>What excites you most: solving problems, working with people, or building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232849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24D9-14A3-4394-8F76-42D4F9D7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Operational Research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BAD415-C4D0-46B6-8C6B-D0402CA5A7A8}"/>
              </a:ext>
            </a:extLst>
          </p:cNvPr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hlinkClick r:id="rId3"/>
              </a:rPr>
              <a:t>https://www.youtube.com/watch?v=ILWbaWrjgU4</a:t>
            </a:r>
            <a:endParaRPr lang="en-US" sz="2200"/>
          </a:p>
        </p:txBody>
      </p:sp>
      <p:pic>
        <p:nvPicPr>
          <p:cNvPr id="4" name="Online Media 3" title="Operational Research 'ORigin Story'">
            <a:hlinkClick r:id="" action="ppaction://media"/>
            <a:extLst>
              <a:ext uri="{FF2B5EF4-FFF2-40B4-BE49-F238E27FC236}">
                <a16:creationId xmlns:a16="http://schemas.microsoft.com/office/drawing/2014/main" id="{7C423955-2C5E-4B38-85C5-782A4C0FE0A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759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A brief overview of some Maths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You will cover some of this in other modules, but it will help to get a basic idea of the following to start:</a:t>
            </a:r>
          </a:p>
          <a:p>
            <a:endParaRPr lang="en-GB" sz="1900" dirty="0"/>
          </a:p>
          <a:p>
            <a:r>
              <a:rPr lang="en-GB" sz="1900" dirty="0"/>
              <a:t>Linear Equation</a:t>
            </a:r>
          </a:p>
          <a:p>
            <a:r>
              <a:rPr lang="en-GB" sz="1900" dirty="0"/>
              <a:t>Systems of Equations</a:t>
            </a:r>
          </a:p>
          <a:p>
            <a:r>
              <a:rPr lang="en-GB" sz="1900" dirty="0"/>
              <a:t>Linear Inequalities</a:t>
            </a:r>
          </a:p>
          <a:p>
            <a:r>
              <a:rPr lang="en-GB" sz="1900" dirty="0"/>
              <a:t>N-dimensional Space Intuition</a:t>
            </a:r>
          </a:p>
          <a:p>
            <a:pPr lvl="1"/>
            <a:r>
              <a:rPr lang="en-GB" sz="1900" dirty="0"/>
              <a:t>Hyperplanes	</a:t>
            </a:r>
          </a:p>
          <a:p>
            <a:pPr lvl="1"/>
            <a:r>
              <a:rPr lang="en-GB" sz="1900" dirty="0"/>
              <a:t>Half Spaces</a:t>
            </a:r>
          </a:p>
          <a:p>
            <a:pPr lvl="1"/>
            <a:r>
              <a:rPr lang="en-GB" sz="1900" dirty="0"/>
              <a:t>Polytope</a:t>
            </a:r>
          </a:p>
          <a:p>
            <a:pPr marL="0" indent="0">
              <a:buNone/>
            </a:pPr>
            <a:endParaRPr lang="en-GB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53FDE-AFB4-3076-42FC-E462CC37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56" r="3556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77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This is the basis of Linear Algebra!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1 dimension -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dimensions - Line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3 dimensions - 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&gt;3 dimensions - Hyperplane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3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EA103CE-85AA-411C-83BB-330615A9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63734"/>
            <a:ext cx="1659082" cy="1800280"/>
          </a:xfrm>
          <a:prstGeom prst="rect">
            <a:avLst/>
          </a:prstGeom>
        </p:spPr>
      </p:pic>
      <p:pic>
        <p:nvPicPr>
          <p:cNvPr id="17" name="Picture 2" descr="Image result for system of equations 3d plane">
            <a:extLst>
              <a:ext uri="{FF2B5EF4-FFF2-40B4-BE49-F238E27FC236}">
                <a16:creationId xmlns:a16="http://schemas.microsoft.com/office/drawing/2014/main" id="{A960C3D2-FC85-49A8-9101-62ADE3AC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57F84B-19DF-433F-83EC-77887241A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118" y="4590651"/>
            <a:ext cx="24765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a 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	</a:t>
                </a:r>
                <a:r>
                  <a:rPr lang="en-GB" sz="1800" b="0" dirty="0"/>
                  <a:t>(1)</a:t>
                </a:r>
                <a:br>
                  <a:rPr lang="en-GB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800" dirty="0"/>
                  <a:t>	(2)</a:t>
                </a:r>
                <a:endParaRPr lang="en-GB" sz="300" dirty="0"/>
              </a:p>
              <a:p>
                <a:pPr marL="0" indent="0">
                  <a:buNone/>
                </a:pPr>
                <a:r>
                  <a:rPr lang="en-GB" sz="1800" dirty="0"/>
                  <a:t>From (1)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7−2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800" b="0" dirty="0"/>
                  <a:t>		(3)</a:t>
                </a:r>
              </a:p>
              <a:p>
                <a:pPr marL="0" indent="0">
                  <a:buNone/>
                </a:pPr>
                <a:endParaRPr lang="en-GB" sz="900" b="0" dirty="0"/>
              </a:p>
              <a:p>
                <a:pPr marL="0" indent="0">
                  <a:buNone/>
                </a:pPr>
                <a:r>
                  <a:rPr lang="en-GB" sz="1800" dirty="0"/>
                  <a:t>Sub (3) into (2)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7−2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14−4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r>
                  <a:rPr lang="en-GB" sz="1800" dirty="0"/>
                  <a:t>From (3)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7−4</m:t>
                          </m:r>
                        </m:num>
                        <m:den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Row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FEB83-3AFB-4ED3-811E-2BF72EA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29" y="1490009"/>
            <a:ext cx="5534797" cy="4686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/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/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55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Column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Again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06745B-4A72-48AC-821B-61CF30F9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683" y="1062182"/>
            <a:ext cx="4524139" cy="5430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/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/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Solution: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/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determinant is defined as follows: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𝑎𝑑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𝑏𝑐</m:t>
                      </m:r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  <a:blipFill>
                <a:blip r:embed="rId3"/>
                <a:stretch>
                  <a:fillRect l="-800" t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/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pc="75" dirty="0">
                    <a:solidFill>
                      <a:srgbClr val="5A5A5A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Inverse of a 2x2 Matrix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  <a:blipFill>
                <a:blip r:embed="rId4"/>
                <a:stretch>
                  <a:fillRect l="-900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 solution, lines are parallel.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try to solve this you get a determinant of 0.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3⋅4−2⋅6=0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matrix is known as singular. 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371992-4AFB-4C94-81F2-86B18DE4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451" y="1428460"/>
            <a:ext cx="3682567" cy="34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6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variables than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underdetermined system.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has infinitely many solutions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solves the system</a:t>
                </a:r>
              </a:p>
              <a:p>
                <a:pPr marL="0" indent="0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dirty="0"/>
                  <a:t>In general, has infinitely many solutions, but it may have no solution. </a:t>
                </a:r>
                <a:r>
                  <a:rPr lang="en-GB" dirty="0"/>
                  <a:t>e.g. two parallel planes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8BC5D6-A738-4EB5-BF3A-83EF2DC0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640" y="1333207"/>
            <a:ext cx="37629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3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equations than variables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overdetermined system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Has no solution! i.e. no point solves all three equations simultaneously!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22" b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BCDF18-1734-489B-9BDD-F10A3807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21" y="1557337"/>
            <a:ext cx="42862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be number of variables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number of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(underdetermined): </a:t>
                </a:r>
              </a:p>
              <a:p>
                <a:pPr marL="0" indent="0">
                  <a:buNone/>
                </a:pPr>
                <a:r>
                  <a:rPr lang="en-GB" dirty="0"/>
                  <a:t>Infinitely many solutions, but it may have no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Unique solution if det ≠ 0; otherwise none or infinitely many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(overdetermined)</a:t>
                </a:r>
              </a:p>
              <a:p>
                <a:pPr marL="0" indent="0">
                  <a:buNone/>
                </a:pPr>
                <a:r>
                  <a:rPr lang="en-GB" dirty="0"/>
                  <a:t>Usually no solution, but it can have one (slide 24)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tie fighter">
            <a:extLst>
              <a:ext uri="{FF2B5EF4-FFF2-40B4-BE49-F238E27FC236}">
                <a16:creationId xmlns:a16="http://schemas.microsoft.com/office/drawing/2014/main" id="{016FA0BB-AE2E-4DB7-A835-C16BC93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546" y="240145"/>
            <a:ext cx="2678545" cy="267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1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 solutions in 3 dimensions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E23FB-2B36-43C2-A0B1-6611993A10DB}"/>
              </a:ext>
            </a:extLst>
          </p:cNvPr>
          <p:cNvSpPr/>
          <p:nvPr/>
        </p:nvSpPr>
        <p:spPr>
          <a:xfrm>
            <a:off x="3231866" y="5613979"/>
            <a:ext cx="5062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hlinkClick r:id="rId2"/>
              </a:rPr>
              <a:t>https://www.youtube.com/watch?v=WAzUwzV1F3g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AC68-A3C2-4A4A-8E04-6267E7C1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8" y="2592608"/>
            <a:ext cx="3242356" cy="2098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D1DF7F-10A5-47DC-A7A9-3143FE85A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427" y="2302140"/>
            <a:ext cx="3680510" cy="2461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B0F438-D44F-4C27-8DEB-5C8AFE2C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488" y="2362322"/>
            <a:ext cx="3457575" cy="2265494"/>
          </a:xfrm>
          <a:prstGeom prst="rect">
            <a:avLst/>
          </a:prstGeom>
        </p:spPr>
      </p:pic>
      <p:pic>
        <p:nvPicPr>
          <p:cNvPr id="9" name="Picture 2" descr="Image result for tie fighter">
            <a:extLst>
              <a:ext uri="{FF2B5EF4-FFF2-40B4-BE49-F238E27FC236}">
                <a16:creationId xmlns:a16="http://schemas.microsoft.com/office/drawing/2014/main" id="{182B2F49-387B-45A2-AEC6-CA8F859E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257" y="92734"/>
            <a:ext cx="1903680" cy="19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 descr="Image result for system of equations 3d plane">
            <a:extLst>
              <a:ext uri="{FF2B5EF4-FFF2-40B4-BE49-F238E27FC236}">
                <a16:creationId xmlns:a16="http://schemas.microsoft.com/office/drawing/2014/main" id="{EABBEFF7-DA7F-4343-A7C5-A3BE08DB7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71D1B-703B-4059-9358-81F0397A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909" y="3856268"/>
            <a:ext cx="2047255" cy="19251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BFDAA-9670-45B5-B559-E7D37A3BA660}"/>
              </a:ext>
            </a:extLst>
          </p:cNvPr>
          <p:cNvCxnSpPr/>
          <p:nvPr/>
        </p:nvCxnSpPr>
        <p:spPr>
          <a:xfrm>
            <a:off x="2964873" y="4765964"/>
            <a:ext cx="231832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5231FE-D4AB-4453-A832-5D56AB80CD99}"/>
              </a:ext>
            </a:extLst>
          </p:cNvPr>
          <p:cNvSpPr/>
          <p:nvPr/>
        </p:nvSpPr>
        <p:spPr>
          <a:xfrm>
            <a:off x="4003963" y="4701308"/>
            <a:ext cx="129303" cy="129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07E86F-E138-4934-9837-E0F1DD9AA5F6}"/>
              </a:ext>
            </a:extLst>
          </p:cNvPr>
          <p:cNvCxnSpPr>
            <a:cxnSpLocks/>
          </p:cNvCxnSpPr>
          <p:nvPr/>
        </p:nvCxnSpPr>
        <p:spPr>
          <a:xfrm flipH="1">
            <a:off x="2964873" y="4765959"/>
            <a:ext cx="10390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80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4D07-6D73-471C-B351-AC9E854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that not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are zero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 closed half space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6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1179C7-0625-43CD-9D51-9715794A7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477" y="1825625"/>
            <a:ext cx="552481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/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/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/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/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/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/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/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/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The red area is the </a:t>
                </a:r>
                <a:r>
                  <a:rPr lang="en-GB" b="1" dirty="0"/>
                  <a:t>feasible region</a:t>
                </a:r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r>
                  <a:rPr lang="en-GB" dirty="0"/>
                  <a:t>The half spaces carve out a polygon (red area).</a:t>
                </a:r>
              </a:p>
              <a:p>
                <a:endParaRPr lang="en-GB" b="1" dirty="0"/>
              </a:p>
              <a:p>
                <a:r>
                  <a:rPr lang="en-GB" dirty="0"/>
                  <a:t>Any point in the feasible region satisfies the system of inequalities.</a:t>
                </a:r>
              </a:p>
              <a:p>
                <a:endParaRPr lang="en-GB" dirty="0"/>
              </a:p>
              <a:p>
                <a:r>
                  <a:rPr lang="en-GB" dirty="0"/>
                  <a:t>e.g.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=(1,1)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  <a:blipFill>
                <a:blip r:embed="rId11"/>
                <a:stretch>
                  <a:fillRect l="-1075" t="-1179" r="-806" b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6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D8DD90-39ED-4E2F-B10F-B44CB272AA04}"/>
              </a:ext>
            </a:extLst>
          </p:cNvPr>
          <p:cNvCxnSpPr>
            <a:cxnSpLocks/>
          </p:cNvCxnSpPr>
          <p:nvPr/>
        </p:nvCxnSpPr>
        <p:spPr>
          <a:xfrm>
            <a:off x="3768436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/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/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/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            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DC4273-401A-49C0-A032-67F12788F948}"/>
              </a:ext>
            </a:extLst>
          </p:cNvPr>
          <p:cNvCxnSpPr>
            <a:cxnSpLocks/>
          </p:cNvCxnSpPr>
          <p:nvPr/>
        </p:nvCxnSpPr>
        <p:spPr>
          <a:xfrm>
            <a:off x="7227453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FEB6A-094E-4D4A-991D-D3FAD7C75AD7}"/>
              </a:ext>
            </a:extLst>
          </p:cNvPr>
          <p:cNvSpPr/>
          <p:nvPr/>
        </p:nvSpPr>
        <p:spPr>
          <a:xfrm>
            <a:off x="2678546" y="5934701"/>
            <a:ext cx="7058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This is the matrix form of the system of inequalities, we will see this a lot!</a:t>
            </a:r>
          </a:p>
        </p:txBody>
      </p:sp>
    </p:spTree>
    <p:extLst>
      <p:ext uri="{BB962C8B-B14F-4D97-AF65-F5344CB8AC3E}">
        <p14:creationId xmlns:p14="http://schemas.microsoft.com/office/powerpoint/2010/main" val="425957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9D3-93D8-4C89-8330-3F992262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Visualisation in 3 dimensions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6C96B8F-B2DA-4FC3-A581-BAB43E346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717" y="1668833"/>
            <a:ext cx="3329986" cy="262269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077081-8CAF-477B-86BA-BBB9BBF2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20" y="1437318"/>
            <a:ext cx="3315725" cy="308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DC61C-3EDE-44DB-BBCF-016F2F4EC286}"/>
              </a:ext>
            </a:extLst>
          </p:cNvPr>
          <p:cNvSpPr txBox="1"/>
          <p:nvPr/>
        </p:nvSpPr>
        <p:spPr>
          <a:xfrm>
            <a:off x="1576980" y="4550217"/>
            <a:ext cx="386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2 dimensions our half-spaces intersect to form a polygon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CA4FB-1972-4577-BC16-8D1214F89B3A}"/>
              </a:ext>
            </a:extLst>
          </p:cNvPr>
          <p:cNvSpPr txBox="1"/>
          <p:nvPr/>
        </p:nvSpPr>
        <p:spPr>
          <a:xfrm>
            <a:off x="7299295" y="4653579"/>
            <a:ext cx="331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3 dimensions our half-spaces intersect to form a polyhedron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9B36E-9948-4D0B-AC8B-0DF406184094}"/>
              </a:ext>
            </a:extLst>
          </p:cNvPr>
          <p:cNvSpPr txBox="1"/>
          <p:nvPr/>
        </p:nvSpPr>
        <p:spPr>
          <a:xfrm>
            <a:off x="3736172" y="5444000"/>
            <a:ext cx="471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n dimensions our half-spaces intersect to form a polytope.</a:t>
            </a:r>
          </a:p>
          <a:p>
            <a:endParaRPr lang="en-GB"/>
          </a:p>
          <a:p>
            <a:r>
              <a:rPr lang="en-GB" b="1"/>
              <a:t>Advanced: </a:t>
            </a:r>
            <a:r>
              <a:rPr lang="en-GB"/>
              <a:t>Both of these shapes are convex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33069D-9B1E-49A8-A96A-A4E31D1E9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302B78-3C21-4439-A5F1-8FA1B808C65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606370cc-c8d9-4222-8a4e-3c320f1e3034"/>
    <ds:schemaRef ds:uri="http://purl.org/dc/terms/"/>
    <ds:schemaRef ds:uri="http://schemas.microsoft.com/office/2006/documentManagement/types"/>
    <ds:schemaRef ds:uri="http://schemas.microsoft.com/office/infopath/2007/PartnerControls"/>
    <ds:schemaRef ds:uri="bf6b85bd-8a7e-4854-be4d-0780382295a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59F0AA7-B6D5-4AF1-90F4-324324F00F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1608</Words>
  <Application>Microsoft Office PowerPoint</Application>
  <PresentationFormat>Widescreen</PresentationFormat>
  <Paragraphs>259</Paragraphs>
  <Slides>31</Slides>
  <Notes>1</Notes>
  <HiddenSlides>1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Arial</vt:lpstr>
      <vt:lpstr>Calibri Light</vt:lpstr>
      <vt:lpstr>Aptos</vt:lpstr>
      <vt:lpstr>Cambria Math</vt:lpstr>
      <vt:lpstr>Office Theme</vt:lpstr>
      <vt:lpstr>Week 1  Introduction to Operational Research</vt:lpstr>
      <vt:lpstr>Module Handbook</vt:lpstr>
      <vt:lpstr>Reading and Software</vt:lpstr>
      <vt:lpstr>What is Operational Research?</vt:lpstr>
      <vt:lpstr>OR Society</vt:lpstr>
      <vt:lpstr>Why?</vt:lpstr>
      <vt:lpstr>Example fields that use Operational Research</vt:lpstr>
      <vt:lpstr>Just Some Practical Applications…</vt:lpstr>
      <vt:lpstr>OR in real world situations</vt:lpstr>
      <vt:lpstr>Task – 10 minutes in pairs </vt:lpstr>
      <vt:lpstr>What is this module and what will it do for me?</vt:lpstr>
      <vt:lpstr>Career Opportunities</vt:lpstr>
      <vt:lpstr>Task – 10 minutes in groups of 2/3</vt:lpstr>
      <vt:lpstr>History of Operations Research</vt:lpstr>
      <vt:lpstr>A brief overview of some Maths</vt:lpstr>
      <vt:lpstr>Linear Equation</vt:lpstr>
      <vt:lpstr>Linear Equation</vt:lpstr>
      <vt:lpstr>Solving a system of linear equations</vt:lpstr>
      <vt:lpstr>Row picture</vt:lpstr>
      <vt:lpstr>Column picture</vt:lpstr>
      <vt:lpstr>Matrix</vt:lpstr>
      <vt:lpstr>What about?</vt:lpstr>
      <vt:lpstr>What about?</vt:lpstr>
      <vt:lpstr>What about?</vt:lpstr>
      <vt:lpstr>In general</vt:lpstr>
      <vt:lpstr>Visual solutions in 3 dimensions</vt:lpstr>
      <vt:lpstr>Linear Inequalities</vt:lpstr>
      <vt:lpstr>In general</vt:lpstr>
      <vt:lpstr>Systems of Linear Inequalities</vt:lpstr>
      <vt:lpstr>Systems of Linear Inequalities</vt:lpstr>
      <vt:lpstr>Visualisation in 3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1 - Introduction to Operational Research</dc:title>
  <dc:creator>Sam O'Neill</dc:creator>
  <cp:lastModifiedBy>Christos Tsallis</cp:lastModifiedBy>
  <cp:revision>13</cp:revision>
  <dcterms:created xsi:type="dcterms:W3CDTF">2019-09-24T10:59:02Z</dcterms:created>
  <dcterms:modified xsi:type="dcterms:W3CDTF">2026-10-16T23:48:28Z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2019-09-24T15:01:06.1440791Z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2019-09-24T15:01:06.1440791Z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