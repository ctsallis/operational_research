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1" r:id="rId4"/>
    <p:sldId id="293" r:id="rId5"/>
    <p:sldId id="294" r:id="rId6"/>
    <p:sldId id="274" r:id="rId7"/>
    <p:sldId id="295" r:id="rId8"/>
    <p:sldId id="296" r:id="rId9"/>
    <p:sldId id="302" r:id="rId10"/>
    <p:sldId id="303" r:id="rId11"/>
    <p:sldId id="299" r:id="rId12"/>
    <p:sldId id="300" r:id="rId13"/>
    <p:sldId id="271" r:id="rId14"/>
    <p:sldId id="304" r:id="rId15"/>
    <p:sldId id="297" r:id="rId16"/>
    <p:sldId id="272" r:id="rId17"/>
    <p:sldId id="273" r:id="rId18"/>
    <p:sldId id="258" r:id="rId19"/>
    <p:sldId id="263" r:id="rId20"/>
    <p:sldId id="275" r:id="rId21"/>
    <p:sldId id="266" r:id="rId22"/>
    <p:sldId id="305" r:id="rId23"/>
    <p:sldId id="277" r:id="rId24"/>
    <p:sldId id="276" r:id="rId25"/>
    <p:sldId id="310" r:id="rId26"/>
    <p:sldId id="311" r:id="rId27"/>
    <p:sldId id="309" r:id="rId28"/>
    <p:sldId id="312" r:id="rId29"/>
    <p:sldId id="282" r:id="rId30"/>
    <p:sldId id="306" r:id="rId31"/>
    <p:sldId id="268" r:id="rId32"/>
    <p:sldId id="287" r:id="rId33"/>
    <p:sldId id="308" r:id="rId34"/>
    <p:sldId id="257" r:id="rId35"/>
    <p:sldId id="279" r:id="rId36"/>
    <p:sldId id="31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B614F-8286-4434-80E0-8A796F528EFA}" v="1" dt="2025-12-04T10:48:37.777"/>
    <p1510:client id="{7D5F52EF-D3C0-4445-B895-9816E63DC0EE}" v="21" dt="2025-12-04T13:00:33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4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EE38C5BB-5442-47D2-B77B-F9411AE41DC8}"/>
    <pc:docChg chg="modSld">
      <pc:chgData name="Sam O'Neill" userId="cb323814-a42a-4cfe-bc74-03f595e56f6e" providerId="ADAL" clId="{EE38C5BB-5442-47D2-B77B-F9411AE41DC8}" dt="2025-12-04T13:00:33.483" v="20" actId="20577"/>
      <pc:docMkLst>
        <pc:docMk/>
      </pc:docMkLst>
      <pc:sldChg chg="modSp">
        <pc:chgData name="Sam O'Neill" userId="cb323814-a42a-4cfe-bc74-03f595e56f6e" providerId="ADAL" clId="{EE38C5BB-5442-47D2-B77B-F9411AE41DC8}" dt="2025-12-04T13:00:33.483" v="20" actId="20577"/>
        <pc:sldMkLst>
          <pc:docMk/>
          <pc:sldMk cId="2085551775" sldId="303"/>
        </pc:sldMkLst>
        <pc:spChg chg="mod">
          <ac:chgData name="Sam O'Neill" userId="cb323814-a42a-4cfe-bc74-03f595e56f6e" providerId="ADAL" clId="{EE38C5BB-5442-47D2-B77B-F9411AE41DC8}" dt="2025-12-04T13:00:33.483" v="20" actId="20577"/>
          <ac:spMkLst>
            <pc:docMk/>
            <pc:sldMk cId="2085551775" sldId="303"/>
            <ac:spMk id="3" creationId="{CEE8C0CD-2C5C-29F7-E40D-50BAFAA17BB1}"/>
          </ac:spMkLst>
        </pc:spChg>
      </pc:sldChg>
    </pc:docChg>
  </pc:docChgLst>
  <pc:docChgLst>
    <pc:chgData name="Sam O'Neill" userId="cb323814-a42a-4cfe-bc74-03f595e56f6e" providerId="ADAL" clId="{C9D8B976-3E13-4788-9F83-CA04D0F3345D}"/>
    <pc:docChg chg="modSld">
      <pc:chgData name="Sam O'Neill" userId="cb323814-a42a-4cfe-bc74-03f595e56f6e" providerId="ADAL" clId="{C9D8B976-3E13-4788-9F83-CA04D0F3345D}" dt="2025-12-04T10:48:37.776" v="0"/>
      <pc:docMkLst>
        <pc:docMk/>
      </pc:docMkLst>
      <pc:sldChg chg="modAnim">
        <pc:chgData name="Sam O'Neill" userId="cb323814-a42a-4cfe-bc74-03f595e56f6e" providerId="ADAL" clId="{C9D8B976-3E13-4788-9F83-CA04D0F3345D}" dt="2025-12-04T10:48:37.776" v="0"/>
        <pc:sldMkLst>
          <pc:docMk/>
          <pc:sldMk cId="935673891" sldId="273"/>
        </pc:sldMkLst>
      </pc:sldChg>
    </pc:docChg>
  </pc:docChgLst>
  <pc:docChgLst>
    <pc:chgData name="Sam O'Neill" userId="cb323814-a42a-4cfe-bc74-03f595e56f6e" providerId="ADAL" clId="{6E8A8096-7142-416A-91FF-43F5E060E873}"/>
    <pc:docChg chg="undo custSel addSld delSld modSld sldOrd">
      <pc:chgData name="Sam O'Neill" userId="cb323814-a42a-4cfe-bc74-03f595e56f6e" providerId="ADAL" clId="{6E8A8096-7142-416A-91FF-43F5E060E873}" dt="2025-03-07T12:20:40.817" v="4386" actId="255"/>
      <pc:docMkLst>
        <pc:docMk/>
      </pc:docMkLst>
      <pc:sldChg chg="modSp mod">
        <pc:chgData name="Sam O'Neill" userId="cb323814-a42a-4cfe-bc74-03f595e56f6e" providerId="ADAL" clId="{6E8A8096-7142-416A-91FF-43F5E060E873}" dt="2025-03-06T14:01:12.424" v="2239" actId="20577"/>
        <pc:sldMkLst>
          <pc:docMk/>
          <pc:sldMk cId="190007479" sldId="258"/>
        </pc:sldMkLst>
      </pc:sldChg>
      <pc:sldChg chg="del">
        <pc:chgData name="Sam O'Neill" userId="cb323814-a42a-4cfe-bc74-03f595e56f6e" providerId="ADAL" clId="{6E8A8096-7142-416A-91FF-43F5E060E873}" dt="2025-03-06T12:58:58.475" v="957" actId="47"/>
        <pc:sldMkLst>
          <pc:docMk/>
          <pc:sldMk cId="2609455578" sldId="261"/>
        </pc:sldMkLst>
      </pc:sldChg>
      <pc:sldChg chg="modSp mod">
        <pc:chgData name="Sam O'Neill" userId="cb323814-a42a-4cfe-bc74-03f595e56f6e" providerId="ADAL" clId="{6E8A8096-7142-416A-91FF-43F5E060E873}" dt="2025-03-06T15:48:57.206" v="3877" actId="20577"/>
        <pc:sldMkLst>
          <pc:docMk/>
          <pc:sldMk cId="3433516535" sldId="268"/>
        </pc:sldMkLst>
      </pc:sldChg>
      <pc:sldChg chg="add del">
        <pc:chgData name="Sam O'Neill" userId="cb323814-a42a-4cfe-bc74-03f595e56f6e" providerId="ADAL" clId="{6E8A8096-7142-416A-91FF-43F5E060E873}" dt="2025-03-06T12:54:51.939" v="869" actId="47"/>
        <pc:sldMkLst>
          <pc:docMk/>
          <pc:sldMk cId="1765248572" sldId="270"/>
        </pc:sldMkLst>
      </pc:sldChg>
      <pc:sldChg chg="del">
        <pc:chgData name="Sam O'Neill" userId="cb323814-a42a-4cfe-bc74-03f595e56f6e" providerId="ADAL" clId="{6E8A8096-7142-416A-91FF-43F5E060E873}" dt="2025-03-06T12:26:06.586" v="13" actId="2696"/>
        <pc:sldMkLst>
          <pc:docMk/>
          <pc:sldMk cId="2220675899" sldId="270"/>
        </pc:sldMkLst>
      </pc:sldChg>
      <pc:sldChg chg="del">
        <pc:chgData name="Sam O'Neill" userId="cb323814-a42a-4cfe-bc74-03f595e56f6e" providerId="ADAL" clId="{6E8A8096-7142-416A-91FF-43F5E060E873}" dt="2025-03-06T12:26:06.586" v="13" actId="2696"/>
        <pc:sldMkLst>
          <pc:docMk/>
          <pc:sldMk cId="3980366541" sldId="271"/>
        </pc:sldMkLst>
      </pc:sldChg>
      <pc:sldChg chg="delSp modSp add del mod">
        <pc:chgData name="Sam O'Neill" userId="cb323814-a42a-4cfe-bc74-03f595e56f6e" providerId="ADAL" clId="{6E8A8096-7142-416A-91FF-43F5E060E873}" dt="2025-03-06T14:57:20.148" v="2269" actId="478"/>
        <pc:sldMkLst>
          <pc:docMk/>
          <pc:sldMk cId="4182070035" sldId="271"/>
        </pc:sldMkLst>
      </pc:sldChg>
      <pc:sldChg chg="modSp del mod">
        <pc:chgData name="Sam O'Neill" userId="cb323814-a42a-4cfe-bc74-03f595e56f6e" providerId="ADAL" clId="{6E8A8096-7142-416A-91FF-43F5E060E873}" dt="2025-03-06T15:16:54.549" v="2732" actId="2696"/>
        <pc:sldMkLst>
          <pc:docMk/>
          <pc:sldMk cId="1581252292" sldId="272"/>
        </pc:sldMkLst>
      </pc:sldChg>
      <pc:sldChg chg="add">
        <pc:chgData name="Sam O'Neill" userId="cb323814-a42a-4cfe-bc74-03f595e56f6e" providerId="ADAL" clId="{6E8A8096-7142-416A-91FF-43F5E060E873}" dt="2025-03-06T15:16:59.385" v="2734"/>
        <pc:sldMkLst>
          <pc:docMk/>
          <pc:sldMk cId="3796563595" sldId="272"/>
        </pc:sldMkLst>
      </pc:sldChg>
      <pc:sldChg chg="delSp add setBg delDesignElem">
        <pc:chgData name="Sam O'Neill" userId="cb323814-a42a-4cfe-bc74-03f595e56f6e" providerId="ADAL" clId="{6E8A8096-7142-416A-91FF-43F5E060E873}" dt="2025-03-06T15:16:59.385" v="2734"/>
        <pc:sldMkLst>
          <pc:docMk/>
          <pc:sldMk cId="935673891" sldId="273"/>
        </pc:sldMkLst>
      </pc:sldChg>
      <pc:sldChg chg="addSp delSp modSp del mod setBg addAnim">
        <pc:chgData name="Sam O'Neill" userId="cb323814-a42a-4cfe-bc74-03f595e56f6e" providerId="ADAL" clId="{6E8A8096-7142-416A-91FF-43F5E060E873}" dt="2025-03-06T15:16:54.549" v="2732" actId="2696"/>
        <pc:sldMkLst>
          <pc:docMk/>
          <pc:sldMk cId="3811714699" sldId="273"/>
        </pc:sldMkLst>
      </pc:sldChg>
      <pc:sldChg chg="modSp mod ord">
        <pc:chgData name="Sam O'Neill" userId="cb323814-a42a-4cfe-bc74-03f595e56f6e" providerId="ADAL" clId="{6E8A8096-7142-416A-91FF-43F5E060E873}" dt="2025-03-06T15:11:53.834" v="2665" actId="5793"/>
        <pc:sldMkLst>
          <pc:docMk/>
          <pc:sldMk cId="2886896051" sldId="274"/>
        </pc:sldMkLst>
      </pc:sldChg>
      <pc:sldChg chg="modSp add del mod ord">
        <pc:chgData name="Sam O'Neill" userId="cb323814-a42a-4cfe-bc74-03f595e56f6e" providerId="ADAL" clId="{6E8A8096-7142-416A-91FF-43F5E060E873}" dt="2025-03-06T15:47:33.723" v="3871" actId="20577"/>
        <pc:sldMkLst>
          <pc:docMk/>
          <pc:sldMk cId="430311271" sldId="276"/>
        </pc:sldMkLst>
      </pc:sldChg>
      <pc:sldChg chg="add ord">
        <pc:chgData name="Sam O'Neill" userId="cb323814-a42a-4cfe-bc74-03f595e56f6e" providerId="ADAL" clId="{6E8A8096-7142-416A-91FF-43F5E060E873}" dt="2025-03-06T15:18:36.438" v="2799"/>
        <pc:sldMkLst>
          <pc:docMk/>
          <pc:sldMk cId="1074675166" sldId="277"/>
        </pc:sldMkLst>
      </pc:sldChg>
      <pc:sldChg chg="del">
        <pc:chgData name="Sam O'Neill" userId="cb323814-a42a-4cfe-bc74-03f595e56f6e" providerId="ADAL" clId="{6E8A8096-7142-416A-91FF-43F5E060E873}" dt="2025-03-06T15:16:54.549" v="2732" actId="2696"/>
        <pc:sldMkLst>
          <pc:docMk/>
          <pc:sldMk cId="1768617125" sldId="277"/>
        </pc:sldMkLst>
      </pc:sldChg>
      <pc:sldChg chg="modSp del mod">
        <pc:chgData name="Sam O'Neill" userId="cb323814-a42a-4cfe-bc74-03f595e56f6e" providerId="ADAL" clId="{6E8A8096-7142-416A-91FF-43F5E060E873}" dt="2025-03-06T15:16:49.777" v="2731" actId="47"/>
        <pc:sldMkLst>
          <pc:docMk/>
          <pc:sldMk cId="182681395" sldId="278"/>
        </pc:sldMkLst>
      </pc:sldChg>
      <pc:sldChg chg="addSp delSp modSp mod setBg">
        <pc:chgData name="Sam O'Neill" userId="cb323814-a42a-4cfe-bc74-03f595e56f6e" providerId="ADAL" clId="{6E8A8096-7142-416A-91FF-43F5E060E873}" dt="2025-03-06T12:30:58.572" v="271" actId="26606"/>
        <pc:sldMkLst>
          <pc:docMk/>
          <pc:sldMk cId="1624949302" sldId="281"/>
        </pc:sldMkLst>
      </pc:sldChg>
      <pc:sldChg chg="modSp mod">
        <pc:chgData name="Sam O'Neill" userId="cb323814-a42a-4cfe-bc74-03f595e56f6e" providerId="ADAL" clId="{6E8A8096-7142-416A-91FF-43F5E060E873}" dt="2025-03-06T15:46:20.190" v="3776" actId="20577"/>
        <pc:sldMkLst>
          <pc:docMk/>
          <pc:sldMk cId="938574602" sldId="282"/>
        </pc:sldMkLst>
      </pc:sldChg>
      <pc:sldChg chg="del">
        <pc:chgData name="Sam O'Neill" userId="cb323814-a42a-4cfe-bc74-03f595e56f6e" providerId="ADAL" clId="{6E8A8096-7142-416A-91FF-43F5E060E873}" dt="2025-03-06T15:49:07.705" v="3883" actId="47"/>
        <pc:sldMkLst>
          <pc:docMk/>
          <pc:sldMk cId="2632331578" sldId="283"/>
        </pc:sldMkLst>
      </pc:sldChg>
      <pc:sldChg chg="addSp modSp mod setBg modShow">
        <pc:chgData name="Sam O'Neill" userId="cb323814-a42a-4cfe-bc74-03f595e56f6e" providerId="ADAL" clId="{6E8A8096-7142-416A-91FF-43F5E060E873}" dt="2025-03-07T11:03:05.953" v="4383" actId="729"/>
        <pc:sldMkLst>
          <pc:docMk/>
          <pc:sldMk cId="174253796" sldId="284"/>
        </pc:sldMkLst>
      </pc:sldChg>
      <pc:sldChg chg="del">
        <pc:chgData name="Sam O'Neill" userId="cb323814-a42a-4cfe-bc74-03f595e56f6e" providerId="ADAL" clId="{6E8A8096-7142-416A-91FF-43F5E060E873}" dt="2025-03-06T15:49:17.850" v="3884" actId="47"/>
        <pc:sldMkLst>
          <pc:docMk/>
          <pc:sldMk cId="3861125296" sldId="285"/>
        </pc:sldMkLst>
      </pc:sldChg>
      <pc:sldChg chg="del">
        <pc:chgData name="Sam O'Neill" userId="cb323814-a42a-4cfe-bc74-03f595e56f6e" providerId="ADAL" clId="{6E8A8096-7142-416A-91FF-43F5E060E873}" dt="2025-03-06T15:49:19.764" v="3885" actId="47"/>
        <pc:sldMkLst>
          <pc:docMk/>
          <pc:sldMk cId="955681855" sldId="286"/>
        </pc:sldMkLst>
      </pc:sldChg>
      <pc:sldChg chg="addSp delSp modSp add del mod ord">
        <pc:chgData name="Sam O'Neill" userId="cb323814-a42a-4cfe-bc74-03f595e56f6e" providerId="ADAL" clId="{6E8A8096-7142-416A-91FF-43F5E060E873}" dt="2025-03-06T15:49:05.230" v="3882" actId="20577"/>
        <pc:sldMkLst>
          <pc:docMk/>
          <pc:sldMk cId="1726741477" sldId="287"/>
        </pc:sldMkLst>
      </pc:sldChg>
      <pc:sldChg chg="del">
        <pc:chgData name="Sam O'Neill" userId="cb323814-a42a-4cfe-bc74-03f595e56f6e" providerId="ADAL" clId="{6E8A8096-7142-416A-91FF-43F5E060E873}" dt="2025-03-06T12:58:14.309" v="943" actId="47"/>
        <pc:sldMkLst>
          <pc:docMk/>
          <pc:sldMk cId="845825847" sldId="288"/>
        </pc:sldMkLst>
      </pc:sldChg>
      <pc:sldChg chg="modSp del mod">
        <pc:chgData name="Sam O'Neill" userId="cb323814-a42a-4cfe-bc74-03f595e56f6e" providerId="ADAL" clId="{6E8A8096-7142-416A-91FF-43F5E060E873}" dt="2025-03-06T15:44:53.833" v="3658" actId="47"/>
        <pc:sldMkLst>
          <pc:docMk/>
          <pc:sldMk cId="1803799380" sldId="289"/>
        </pc:sldMkLst>
      </pc:sldChg>
      <pc:sldChg chg="new del">
        <pc:chgData name="Sam O'Neill" userId="cb323814-a42a-4cfe-bc74-03f595e56f6e" providerId="ADAL" clId="{6E8A8096-7142-416A-91FF-43F5E060E873}" dt="2025-03-06T12:27:20.346" v="18" actId="47"/>
        <pc:sldMkLst>
          <pc:docMk/>
          <pc:sldMk cId="1053581636" sldId="290"/>
        </pc:sldMkLst>
      </pc:sldChg>
      <pc:sldChg chg="add">
        <pc:chgData name="Sam O'Neill" userId="cb323814-a42a-4cfe-bc74-03f595e56f6e" providerId="ADAL" clId="{6E8A8096-7142-416A-91FF-43F5E060E873}" dt="2025-03-06T12:31:46.617" v="273"/>
        <pc:sldMkLst>
          <pc:docMk/>
          <pc:sldMk cId="3918365380" sldId="293"/>
        </pc:sldMkLst>
      </pc:sldChg>
      <pc:sldChg chg="add">
        <pc:chgData name="Sam O'Neill" userId="cb323814-a42a-4cfe-bc74-03f595e56f6e" providerId="ADAL" clId="{6E8A8096-7142-416A-91FF-43F5E060E873}" dt="2025-03-06T12:31:46.617" v="273"/>
        <pc:sldMkLst>
          <pc:docMk/>
          <pc:sldMk cId="439744540" sldId="294"/>
        </pc:sldMkLst>
      </pc:sldChg>
      <pc:sldChg chg="modSp add mod">
        <pc:chgData name="Sam O'Neill" userId="cb323814-a42a-4cfe-bc74-03f595e56f6e" providerId="ADAL" clId="{6E8A8096-7142-416A-91FF-43F5E060E873}" dt="2025-03-06T12:53:30.397" v="866" actId="20577"/>
        <pc:sldMkLst>
          <pc:docMk/>
          <pc:sldMk cId="2211684885" sldId="295"/>
        </pc:sldMkLst>
      </pc:sldChg>
      <pc:sldChg chg="modSp add mod">
        <pc:chgData name="Sam O'Neill" userId="cb323814-a42a-4cfe-bc74-03f595e56f6e" providerId="ADAL" clId="{6E8A8096-7142-416A-91FF-43F5E060E873}" dt="2025-03-06T13:48:11.351" v="1920" actId="5793"/>
        <pc:sldMkLst>
          <pc:docMk/>
          <pc:sldMk cId="4160326677" sldId="296"/>
        </pc:sldMkLst>
      </pc:sldChg>
      <pc:sldChg chg="addSp modSp new del mod">
        <pc:chgData name="Sam O'Neill" userId="cb323814-a42a-4cfe-bc74-03f595e56f6e" providerId="ADAL" clId="{6E8A8096-7142-416A-91FF-43F5E060E873}" dt="2025-03-06T15:16:54.549" v="2732" actId="2696"/>
        <pc:sldMkLst>
          <pc:docMk/>
          <pc:sldMk cId="1018330916" sldId="297"/>
        </pc:sldMkLst>
      </pc:sldChg>
      <pc:sldChg chg="modSp add">
        <pc:chgData name="Sam O'Neill" userId="cb323814-a42a-4cfe-bc74-03f595e56f6e" providerId="ADAL" clId="{6E8A8096-7142-416A-91FF-43F5E060E873}" dt="2025-03-06T15:19:15.851" v="2801" actId="20577"/>
        <pc:sldMkLst>
          <pc:docMk/>
          <pc:sldMk cId="1910764388" sldId="297"/>
        </pc:sldMkLst>
      </pc:sldChg>
      <pc:sldChg chg="modSp new del mod">
        <pc:chgData name="Sam O'Neill" userId="cb323814-a42a-4cfe-bc74-03f595e56f6e" providerId="ADAL" clId="{6E8A8096-7142-416A-91FF-43F5E060E873}" dt="2025-03-06T15:49:21.099" v="3886" actId="47"/>
        <pc:sldMkLst>
          <pc:docMk/>
          <pc:sldMk cId="2793480260" sldId="298"/>
        </pc:sldMkLst>
      </pc:sldChg>
      <pc:sldChg chg="modSp add mod">
        <pc:chgData name="Sam O'Neill" userId="cb323814-a42a-4cfe-bc74-03f595e56f6e" providerId="ADAL" clId="{6E8A8096-7142-416A-91FF-43F5E060E873}" dt="2025-03-06T13:28:25.875" v="1385" actId="20577"/>
        <pc:sldMkLst>
          <pc:docMk/>
          <pc:sldMk cId="432652933" sldId="299"/>
        </pc:sldMkLst>
      </pc:sldChg>
      <pc:sldChg chg="addSp delSp modSp add mod">
        <pc:chgData name="Sam O'Neill" userId="cb323814-a42a-4cfe-bc74-03f595e56f6e" providerId="ADAL" clId="{6E8A8096-7142-416A-91FF-43F5E060E873}" dt="2025-03-07T12:20:40.817" v="4386" actId="255"/>
        <pc:sldMkLst>
          <pc:docMk/>
          <pc:sldMk cId="234588475" sldId="300"/>
        </pc:sldMkLst>
      </pc:sldChg>
      <pc:sldChg chg="add">
        <pc:chgData name="Sam O'Neill" userId="cb323814-a42a-4cfe-bc74-03f595e56f6e" providerId="ADAL" clId="{6E8A8096-7142-416A-91FF-43F5E060E873}" dt="2025-03-06T13:29:34.547" v="1439"/>
        <pc:sldMkLst>
          <pc:docMk/>
          <pc:sldMk cId="1256561333" sldId="302"/>
        </pc:sldMkLst>
      </pc:sldChg>
      <pc:sldChg chg="modSp add mod">
        <pc:chgData name="Sam O'Neill" userId="cb323814-a42a-4cfe-bc74-03f595e56f6e" providerId="ADAL" clId="{6E8A8096-7142-416A-91FF-43F5E060E873}" dt="2025-03-06T13:29:34.809" v="1440" actId="27636"/>
        <pc:sldMkLst>
          <pc:docMk/>
          <pc:sldMk cId="2085551775" sldId="303"/>
        </pc:sldMkLst>
      </pc:sldChg>
      <pc:sldChg chg="addSp delSp modSp add mod setBg">
        <pc:chgData name="Sam O'Neill" userId="cb323814-a42a-4cfe-bc74-03f595e56f6e" providerId="ADAL" clId="{6E8A8096-7142-416A-91FF-43F5E060E873}" dt="2025-03-06T15:18:05.446" v="2796" actId="26606"/>
        <pc:sldMkLst>
          <pc:docMk/>
          <pc:sldMk cId="1757828897" sldId="304"/>
        </pc:sldMkLst>
      </pc:sldChg>
      <pc:sldChg chg="addSp delSp modSp add del mod">
        <pc:chgData name="Sam O'Neill" userId="cb323814-a42a-4cfe-bc74-03f595e56f6e" providerId="ADAL" clId="{6E8A8096-7142-416A-91FF-43F5E060E873}" dt="2025-03-06T15:16:54.549" v="2732" actId="2696"/>
        <pc:sldMkLst>
          <pc:docMk/>
          <pc:sldMk cId="2184657273" sldId="304"/>
        </pc:sldMkLst>
      </pc:sldChg>
      <pc:sldChg chg="modSp add mod ord">
        <pc:chgData name="Sam O'Neill" userId="cb323814-a42a-4cfe-bc74-03f595e56f6e" providerId="ADAL" clId="{6E8A8096-7142-416A-91FF-43F5E060E873}" dt="2025-03-06T15:20:26.354" v="2864" actId="20577"/>
        <pc:sldMkLst>
          <pc:docMk/>
          <pc:sldMk cId="169266581" sldId="305"/>
        </pc:sldMkLst>
      </pc:sldChg>
      <pc:sldChg chg="addSp delSp modSp new mod">
        <pc:chgData name="Sam O'Neill" userId="cb323814-a42a-4cfe-bc74-03f595e56f6e" providerId="ADAL" clId="{6E8A8096-7142-416A-91FF-43F5E060E873}" dt="2025-03-06T15:24:12.601" v="3134" actId="1076"/>
        <pc:sldMkLst>
          <pc:docMk/>
          <pc:sldMk cId="3069717547" sldId="306"/>
        </pc:sldMkLst>
      </pc:sldChg>
      <pc:sldChg chg="new del">
        <pc:chgData name="Sam O'Neill" userId="cb323814-a42a-4cfe-bc74-03f595e56f6e" providerId="ADAL" clId="{6E8A8096-7142-416A-91FF-43F5E060E873}" dt="2025-03-06T15:50:55.120" v="3891" actId="47"/>
        <pc:sldMkLst>
          <pc:docMk/>
          <pc:sldMk cId="1527482691" sldId="307"/>
        </pc:sldMkLst>
      </pc:sldChg>
      <pc:sldChg chg="add del">
        <pc:chgData name="Sam O'Neill" userId="cb323814-a42a-4cfe-bc74-03f595e56f6e" providerId="ADAL" clId="{6E8A8096-7142-416A-91FF-43F5E060E873}" dt="2025-03-06T15:50:48.900" v="3889"/>
        <pc:sldMkLst>
          <pc:docMk/>
          <pc:sldMk cId="2839730170" sldId="308"/>
        </pc:sldMkLst>
      </pc:sldChg>
      <pc:sldChg chg="addSp delSp modSp add mod">
        <pc:chgData name="Sam O'Neill" userId="cb323814-a42a-4cfe-bc74-03f595e56f6e" providerId="ADAL" clId="{6E8A8096-7142-416A-91FF-43F5E060E873}" dt="2025-03-06T16:11:15.637" v="4357" actId="20577"/>
        <pc:sldMkLst>
          <pc:docMk/>
          <pc:sldMk cId="3756160396" sldId="308"/>
        </pc:sldMkLst>
      </pc:sldChg>
      <pc:sldChg chg="addSp delSp modSp new mod ord">
        <pc:chgData name="Sam O'Neill" userId="cb323814-a42a-4cfe-bc74-03f595e56f6e" providerId="ADAL" clId="{6E8A8096-7142-416A-91FF-43F5E060E873}" dt="2025-03-06T16:07:53.032" v="4245" actId="20577"/>
        <pc:sldMkLst>
          <pc:docMk/>
          <pc:sldMk cId="2393829585" sldId="309"/>
        </pc:sldMkLst>
      </pc:sldChg>
      <pc:sldChg chg="modSp add mod">
        <pc:chgData name="Sam O'Neill" userId="cb323814-a42a-4cfe-bc74-03f595e56f6e" providerId="ADAL" clId="{6E8A8096-7142-416A-91FF-43F5E060E873}" dt="2025-03-06T16:02:46.092" v="3972" actId="15"/>
        <pc:sldMkLst>
          <pc:docMk/>
          <pc:sldMk cId="798635609" sldId="310"/>
        </pc:sldMkLst>
      </pc:sldChg>
      <pc:sldChg chg="addSp delSp modSp new mod">
        <pc:chgData name="Sam O'Neill" userId="cb323814-a42a-4cfe-bc74-03f595e56f6e" providerId="ADAL" clId="{6E8A8096-7142-416A-91FF-43F5E060E873}" dt="2025-03-06T16:03:39.370" v="3976" actId="27636"/>
        <pc:sldMkLst>
          <pc:docMk/>
          <pc:sldMk cId="836478788" sldId="311"/>
        </pc:sldMkLst>
      </pc:sldChg>
      <pc:sldChg chg="addSp modSp new mod">
        <pc:chgData name="Sam O'Neill" userId="cb323814-a42a-4cfe-bc74-03f595e56f6e" providerId="ADAL" clId="{6E8A8096-7142-416A-91FF-43F5E060E873}" dt="2025-03-06T16:10:17.641" v="4343" actId="1076"/>
        <pc:sldMkLst>
          <pc:docMk/>
          <pc:sldMk cId="540830783" sldId="312"/>
        </pc:sldMkLst>
      </pc:sldChg>
      <pc:sldChg chg="modSp new mod">
        <pc:chgData name="Sam O'Neill" userId="cb323814-a42a-4cfe-bc74-03f595e56f6e" providerId="ADAL" clId="{6E8A8096-7142-416A-91FF-43F5E060E873}" dt="2025-03-06T16:17:00.785" v="4382" actId="5793"/>
        <pc:sldMkLst>
          <pc:docMk/>
          <pc:sldMk cId="2143513053" sldId="313"/>
        </pc:sldMkLst>
      </pc:sldChg>
    </pc:docChg>
  </pc:docChgLst>
  <pc:docChgLst>
    <pc:chgData name="Sam O'Neill" userId="cb323814-a42a-4cfe-bc74-03f595e56f6e" providerId="ADAL" clId="{17ADD47D-E5AE-440A-99C5-4F3DA05BBA04}"/>
    <pc:docChg chg="modSld">
      <pc:chgData name="Sam O'Neill" userId="cb323814-a42a-4cfe-bc74-03f595e56f6e" providerId="ADAL" clId="{17ADD47D-E5AE-440A-99C5-4F3DA05BBA04}" dt="2025-12-03T15:50:57.673" v="0" actId="1076"/>
      <pc:docMkLst>
        <pc:docMk/>
      </pc:docMkLst>
      <pc:sldChg chg="modSp mod">
        <pc:chgData name="Sam O'Neill" userId="cb323814-a42a-4cfe-bc74-03f595e56f6e" providerId="ADAL" clId="{17ADD47D-E5AE-440A-99C5-4F3DA05BBA04}" dt="2025-12-03T15:50:57.673" v="0" actId="1076"/>
        <pc:sldMkLst>
          <pc:docMk/>
          <pc:sldMk cId="2393829585" sldId="309"/>
        </pc:sldMkLst>
        <pc:picChg chg="mod">
          <ac:chgData name="Sam O'Neill" userId="cb323814-a42a-4cfe-bc74-03f595e56f6e" providerId="ADAL" clId="{17ADD47D-E5AE-440A-99C5-4F3DA05BBA04}" dt="2025-12-03T15:50:57.673" v="0" actId="1076"/>
          <ac:picMkLst>
            <pc:docMk/>
            <pc:sldMk cId="2393829585" sldId="309"/>
            <ac:picMk id="7" creationId="{870A3D24-DF49-5C11-FFD6-D9A22348AB12}"/>
          </ac:picMkLst>
        </pc:picChg>
      </pc:sldChg>
    </pc:docChg>
  </pc:docChgLst>
  <pc:docChgLst>
    <pc:chgData name="Sam O'Neill" userId="cb323814-a42a-4cfe-bc74-03f595e56f6e" providerId="ADAL" clId="{C47B97CF-0296-4B1D-82C5-38F607DE3EAA}"/>
    <pc:docChg chg="undo custSel addSld delSld modSld modMainMaster">
      <pc:chgData name="Sam O'Neill" userId="cb323814-a42a-4cfe-bc74-03f595e56f6e" providerId="ADAL" clId="{C47B97CF-0296-4B1D-82C5-38F607DE3EAA}" dt="2024-03-14T18:56:01.931" v="9534" actId="5793"/>
      <pc:docMkLst>
        <pc:docMk/>
      </pc:docMkLst>
      <pc:sldChg chg="modSp new mod">
        <pc:chgData name="Sam O'Neill" userId="cb323814-a42a-4cfe-bc74-03f595e56f6e" providerId="ADAL" clId="{C47B97CF-0296-4B1D-82C5-38F607DE3EAA}" dt="2024-03-14T13:07:27.426" v="6755" actId="20577"/>
        <pc:sldMkLst>
          <pc:docMk/>
          <pc:sldMk cId="1232002050" sldId="256"/>
        </pc:sldMkLst>
      </pc:sldChg>
      <pc:sldChg chg="modSp new mod">
        <pc:chgData name="Sam O'Neill" userId="cb323814-a42a-4cfe-bc74-03f595e56f6e" providerId="ADAL" clId="{C47B97CF-0296-4B1D-82C5-38F607DE3EAA}" dt="2024-03-14T13:04:35.635" v="6249" actId="20577"/>
        <pc:sldMkLst>
          <pc:docMk/>
          <pc:sldMk cId="3403185983" sldId="257"/>
        </pc:sldMkLst>
      </pc:sldChg>
      <pc:sldChg chg="modSp new mod">
        <pc:chgData name="Sam O'Neill" userId="cb323814-a42a-4cfe-bc74-03f595e56f6e" providerId="ADAL" clId="{C47B97CF-0296-4B1D-82C5-38F607DE3EAA}" dt="2024-03-14T13:07:35.435" v="6759" actId="20577"/>
        <pc:sldMkLst>
          <pc:docMk/>
          <pc:sldMk cId="190007479" sldId="258"/>
        </pc:sldMkLst>
      </pc:sldChg>
      <pc:sldChg chg="modSp add del mod">
        <pc:chgData name="Sam O'Neill" userId="cb323814-a42a-4cfe-bc74-03f595e56f6e" providerId="ADAL" clId="{C47B97CF-0296-4B1D-82C5-38F607DE3EAA}" dt="2024-03-13T12:31:40.314" v="947" actId="47"/>
        <pc:sldMkLst>
          <pc:docMk/>
          <pc:sldMk cId="737334767" sldId="259"/>
        </pc:sldMkLst>
      </pc:sldChg>
      <pc:sldChg chg="addSp delSp modSp add del mod">
        <pc:chgData name="Sam O'Neill" userId="cb323814-a42a-4cfe-bc74-03f595e56f6e" providerId="ADAL" clId="{C47B97CF-0296-4B1D-82C5-38F607DE3EAA}" dt="2024-03-14T13:14:24.556" v="6927" actId="47"/>
        <pc:sldMkLst>
          <pc:docMk/>
          <pc:sldMk cId="719613927" sldId="260"/>
        </pc:sldMkLst>
      </pc:sldChg>
      <pc:sldChg chg="modSp new mod">
        <pc:chgData name="Sam O'Neill" userId="cb323814-a42a-4cfe-bc74-03f595e56f6e" providerId="ADAL" clId="{C47B97CF-0296-4B1D-82C5-38F607DE3EAA}" dt="2024-03-13T12:28:34.350" v="704" actId="20577"/>
        <pc:sldMkLst>
          <pc:docMk/>
          <pc:sldMk cId="2609455578" sldId="261"/>
        </pc:sldMkLst>
      </pc:sldChg>
      <pc:sldChg chg="modSp new del mod">
        <pc:chgData name="Sam O'Neill" userId="cb323814-a42a-4cfe-bc74-03f595e56f6e" providerId="ADAL" clId="{C47B97CF-0296-4B1D-82C5-38F607DE3EAA}" dt="2024-03-14T13:04:12.723" v="6189" actId="47"/>
        <pc:sldMkLst>
          <pc:docMk/>
          <pc:sldMk cId="626558069" sldId="262"/>
        </pc:sldMkLst>
      </pc:sldChg>
      <pc:sldChg chg="modSp new mod">
        <pc:chgData name="Sam O'Neill" userId="cb323814-a42a-4cfe-bc74-03f595e56f6e" providerId="ADAL" clId="{C47B97CF-0296-4B1D-82C5-38F607DE3EAA}" dt="2024-03-13T14:08:33.707" v="2452" actId="21"/>
        <pc:sldMkLst>
          <pc:docMk/>
          <pc:sldMk cId="1504867745" sldId="263"/>
        </pc:sldMkLst>
      </pc:sldChg>
      <pc:sldChg chg="addSp delSp modSp new del mod">
        <pc:chgData name="Sam O'Neill" userId="cb323814-a42a-4cfe-bc74-03f595e56f6e" providerId="ADAL" clId="{C47B97CF-0296-4B1D-82C5-38F607DE3EAA}" dt="2024-03-13T14:17:08.531" v="2645" actId="47"/>
        <pc:sldMkLst>
          <pc:docMk/>
          <pc:sldMk cId="1228526456" sldId="264"/>
        </pc:sldMkLst>
      </pc:sldChg>
      <pc:sldChg chg="addSp modSp add del mod">
        <pc:chgData name="Sam O'Neill" userId="cb323814-a42a-4cfe-bc74-03f595e56f6e" providerId="ADAL" clId="{C47B97CF-0296-4B1D-82C5-38F607DE3EAA}" dt="2024-03-14T12:34:20.391" v="4064" actId="47"/>
        <pc:sldMkLst>
          <pc:docMk/>
          <pc:sldMk cId="637518331" sldId="265"/>
        </pc:sldMkLst>
      </pc:sldChg>
      <pc:sldChg chg="addSp delSp modSp add mod">
        <pc:chgData name="Sam O'Neill" userId="cb323814-a42a-4cfe-bc74-03f595e56f6e" providerId="ADAL" clId="{C47B97CF-0296-4B1D-82C5-38F607DE3EAA}" dt="2024-03-14T13:13:26.431" v="6924" actId="20577"/>
        <pc:sldMkLst>
          <pc:docMk/>
          <pc:sldMk cId="2085335830" sldId="266"/>
        </pc:sldMkLst>
      </pc:sldChg>
      <pc:sldChg chg="modSp add del mod">
        <pc:chgData name="Sam O'Neill" userId="cb323814-a42a-4cfe-bc74-03f595e56f6e" providerId="ADAL" clId="{C47B97CF-0296-4B1D-82C5-38F607DE3EAA}" dt="2024-03-13T14:16:32.753" v="2606" actId="2696"/>
        <pc:sldMkLst>
          <pc:docMk/>
          <pc:sldMk cId="3343921597" sldId="266"/>
        </pc:sldMkLst>
      </pc:sldChg>
      <pc:sldChg chg="addSp modSp add del mod">
        <pc:chgData name="Sam O'Neill" userId="cb323814-a42a-4cfe-bc74-03f595e56f6e" providerId="ADAL" clId="{C47B97CF-0296-4B1D-82C5-38F607DE3EAA}" dt="2024-03-13T17:21:43.551" v="3361" actId="47"/>
        <pc:sldMkLst>
          <pc:docMk/>
          <pc:sldMk cId="1310184109" sldId="267"/>
        </pc:sldMkLst>
      </pc:sldChg>
      <pc:sldChg chg="modSp add del">
        <pc:chgData name="Sam O'Neill" userId="cb323814-a42a-4cfe-bc74-03f595e56f6e" providerId="ADAL" clId="{C47B97CF-0296-4B1D-82C5-38F607DE3EAA}" dt="2024-03-14T12:45:31.505" v="4882" actId="2696"/>
        <pc:sldMkLst>
          <pc:docMk/>
          <pc:sldMk cId="2180591659" sldId="268"/>
        </pc:sldMkLst>
      </pc:sldChg>
      <pc:sldChg chg="modSp add mod">
        <pc:chgData name="Sam O'Neill" userId="cb323814-a42a-4cfe-bc74-03f595e56f6e" providerId="ADAL" clId="{C47B97CF-0296-4B1D-82C5-38F607DE3EAA}" dt="2024-03-14T13:11:46.757" v="6912" actId="20577"/>
        <pc:sldMkLst>
          <pc:docMk/>
          <pc:sldMk cId="3433516535" sldId="268"/>
        </pc:sldMkLst>
      </pc:sldChg>
      <pc:sldChg chg="delSp modSp add del mod">
        <pc:chgData name="Sam O'Neill" userId="cb323814-a42a-4cfe-bc74-03f595e56f6e" providerId="ADAL" clId="{C47B97CF-0296-4B1D-82C5-38F607DE3EAA}" dt="2024-03-14T12:45:31.505" v="4882" actId="2696"/>
        <pc:sldMkLst>
          <pc:docMk/>
          <pc:sldMk cId="113851894" sldId="269"/>
        </pc:sldMkLst>
      </pc:sldChg>
      <pc:sldChg chg="delSp add del mod">
        <pc:chgData name="Sam O'Neill" userId="cb323814-a42a-4cfe-bc74-03f595e56f6e" providerId="ADAL" clId="{C47B97CF-0296-4B1D-82C5-38F607DE3EAA}" dt="2024-03-14T12:57:44.254" v="5647" actId="47"/>
        <pc:sldMkLst>
          <pc:docMk/>
          <pc:sldMk cId="2527566409" sldId="269"/>
        </pc:sldMkLst>
      </pc:sldChg>
      <pc:sldChg chg="addSp delSp modSp add mod">
        <pc:chgData name="Sam O'Neill" userId="cb323814-a42a-4cfe-bc74-03f595e56f6e" providerId="ADAL" clId="{C47B97CF-0296-4B1D-82C5-38F607DE3EAA}" dt="2024-03-14T16:13:05.719" v="8604" actId="20577"/>
        <pc:sldMkLst>
          <pc:docMk/>
          <pc:sldMk cId="2220675899" sldId="270"/>
        </pc:sldMkLst>
      </pc:sldChg>
      <pc:sldChg chg="modSp add del mod">
        <pc:chgData name="Sam O'Neill" userId="cb323814-a42a-4cfe-bc74-03f595e56f6e" providerId="ADAL" clId="{C47B97CF-0296-4B1D-82C5-38F607DE3EAA}" dt="2024-03-14T12:34:44.411" v="4065" actId="2696"/>
        <pc:sldMkLst>
          <pc:docMk/>
          <pc:sldMk cId="3635859987" sldId="271"/>
        </pc:sldMkLst>
      </pc:sldChg>
      <pc:sldChg chg="addSp modSp add mod">
        <pc:chgData name="Sam O'Neill" userId="cb323814-a42a-4cfe-bc74-03f595e56f6e" providerId="ADAL" clId="{C47B97CF-0296-4B1D-82C5-38F607DE3EAA}" dt="2024-03-14T16:13:24.273" v="8605" actId="20577"/>
        <pc:sldMkLst>
          <pc:docMk/>
          <pc:sldMk cId="3980366541" sldId="271"/>
        </pc:sldMkLst>
      </pc:sldChg>
      <pc:sldChg chg="modSp new mod">
        <pc:chgData name="Sam O'Neill" userId="cb323814-a42a-4cfe-bc74-03f595e56f6e" providerId="ADAL" clId="{C47B97CF-0296-4B1D-82C5-38F607DE3EAA}" dt="2024-03-14T10:50:03.945" v="4027" actId="20577"/>
        <pc:sldMkLst>
          <pc:docMk/>
          <pc:sldMk cId="1581252292" sldId="272"/>
        </pc:sldMkLst>
      </pc:sldChg>
      <pc:sldChg chg="modSp new mod">
        <pc:chgData name="Sam O'Neill" userId="cb323814-a42a-4cfe-bc74-03f595e56f6e" providerId="ADAL" clId="{C47B97CF-0296-4B1D-82C5-38F607DE3EAA}" dt="2024-03-14T18:56:01.931" v="9534" actId="5793"/>
        <pc:sldMkLst>
          <pc:docMk/>
          <pc:sldMk cId="3811714699" sldId="273"/>
        </pc:sldMkLst>
      </pc:sldChg>
      <pc:sldChg chg="modSp new mod">
        <pc:chgData name="Sam O'Neill" userId="cb323814-a42a-4cfe-bc74-03f595e56f6e" providerId="ADAL" clId="{C47B97CF-0296-4B1D-82C5-38F607DE3EAA}" dt="2024-03-14T12:33:31.591" v="4063" actId="20577"/>
        <pc:sldMkLst>
          <pc:docMk/>
          <pc:sldMk cId="2886896051" sldId="274"/>
        </pc:sldMkLst>
      </pc:sldChg>
      <pc:sldChg chg="modSp add mod">
        <pc:chgData name="Sam O'Neill" userId="cb323814-a42a-4cfe-bc74-03f595e56f6e" providerId="ADAL" clId="{C47B97CF-0296-4B1D-82C5-38F607DE3EAA}" dt="2024-03-14T12:44:06.860" v="4815" actId="20577"/>
        <pc:sldMkLst>
          <pc:docMk/>
          <pc:sldMk cId="4083153698" sldId="275"/>
        </pc:sldMkLst>
      </pc:sldChg>
      <pc:sldChg chg="modSp new mod">
        <pc:chgData name="Sam O'Neill" userId="cb323814-a42a-4cfe-bc74-03f595e56f6e" providerId="ADAL" clId="{C47B97CF-0296-4B1D-82C5-38F607DE3EAA}" dt="2024-03-14T12:56:43.368" v="5566" actId="20577"/>
        <pc:sldMkLst>
          <pc:docMk/>
          <pc:sldMk cId="430311271" sldId="276"/>
        </pc:sldMkLst>
      </pc:sldChg>
      <pc:sldChg chg="modSp new mod">
        <pc:chgData name="Sam O'Neill" userId="cb323814-a42a-4cfe-bc74-03f595e56f6e" providerId="ADAL" clId="{C47B97CF-0296-4B1D-82C5-38F607DE3EAA}" dt="2024-03-14T12:53:57.163" v="5237" actId="20577"/>
        <pc:sldMkLst>
          <pc:docMk/>
          <pc:sldMk cId="1768617125" sldId="277"/>
        </pc:sldMkLst>
      </pc:sldChg>
      <pc:sldChg chg="modSp new mod">
        <pc:chgData name="Sam O'Neill" userId="cb323814-a42a-4cfe-bc74-03f595e56f6e" providerId="ADAL" clId="{C47B97CF-0296-4B1D-82C5-38F607DE3EAA}" dt="2024-03-14T16:13:42.547" v="8612" actId="20577"/>
        <pc:sldMkLst>
          <pc:docMk/>
          <pc:sldMk cId="182681395" sldId="278"/>
        </pc:sldMkLst>
      </pc:sldChg>
      <pc:sldChg chg="modSp new mod">
        <pc:chgData name="Sam O'Neill" userId="cb323814-a42a-4cfe-bc74-03f595e56f6e" providerId="ADAL" clId="{C47B97CF-0296-4B1D-82C5-38F607DE3EAA}" dt="2024-03-14T14:11:00.427" v="8311" actId="20577"/>
        <pc:sldMkLst>
          <pc:docMk/>
          <pc:sldMk cId="364410391" sldId="279"/>
        </pc:sldMkLst>
      </pc:sldChg>
      <pc:sldChg chg="modSp new del mod">
        <pc:chgData name="Sam O'Neill" userId="cb323814-a42a-4cfe-bc74-03f595e56f6e" providerId="ADAL" clId="{C47B97CF-0296-4B1D-82C5-38F607DE3EAA}" dt="2024-03-14T14:10:36.851" v="8272" actId="47"/>
        <pc:sldMkLst>
          <pc:docMk/>
          <pc:sldMk cId="1872842556" sldId="280"/>
        </pc:sldMkLst>
      </pc:sldChg>
      <pc:sldChg chg="modSp new mod">
        <pc:chgData name="Sam O'Neill" userId="cb323814-a42a-4cfe-bc74-03f595e56f6e" providerId="ADAL" clId="{C47B97CF-0296-4B1D-82C5-38F607DE3EAA}" dt="2024-03-14T13:07:18.298" v="6749" actId="20577"/>
        <pc:sldMkLst>
          <pc:docMk/>
          <pc:sldMk cId="1624949302" sldId="281"/>
        </pc:sldMkLst>
      </pc:sldChg>
      <pc:sldChg chg="modSp add mod">
        <pc:chgData name="Sam O'Neill" userId="cb323814-a42a-4cfe-bc74-03f595e56f6e" providerId="ADAL" clId="{C47B97CF-0296-4B1D-82C5-38F607DE3EAA}" dt="2024-03-14T13:14:52.787" v="6944" actId="20577"/>
        <pc:sldMkLst>
          <pc:docMk/>
          <pc:sldMk cId="938574602" sldId="282"/>
        </pc:sldMkLst>
      </pc:sldChg>
      <pc:sldChg chg="modSp new mod">
        <pc:chgData name="Sam O'Neill" userId="cb323814-a42a-4cfe-bc74-03f595e56f6e" providerId="ADAL" clId="{C47B97CF-0296-4B1D-82C5-38F607DE3EAA}" dt="2024-03-14T13:17:09.395" v="7267" actId="20577"/>
        <pc:sldMkLst>
          <pc:docMk/>
          <pc:sldMk cId="2632331578" sldId="283"/>
        </pc:sldMkLst>
      </pc:sldChg>
      <pc:sldChg chg="modSp new mod">
        <pc:chgData name="Sam O'Neill" userId="cb323814-a42a-4cfe-bc74-03f595e56f6e" providerId="ADAL" clId="{C47B97CF-0296-4B1D-82C5-38F607DE3EAA}" dt="2024-03-14T13:18:10.706" v="7386" actId="20577"/>
        <pc:sldMkLst>
          <pc:docMk/>
          <pc:sldMk cId="174253796" sldId="284"/>
        </pc:sldMkLst>
      </pc:sldChg>
      <pc:sldChg chg="addSp delSp modSp new add del mod">
        <pc:chgData name="Sam O'Neill" userId="cb323814-a42a-4cfe-bc74-03f595e56f6e" providerId="ADAL" clId="{C47B97CF-0296-4B1D-82C5-38F607DE3EAA}" dt="2024-03-14T13:26:20.630" v="8129" actId="22"/>
        <pc:sldMkLst>
          <pc:docMk/>
          <pc:sldMk cId="3861125296" sldId="285"/>
        </pc:sldMkLst>
      </pc:sldChg>
      <pc:sldChg chg="modSp add mod">
        <pc:chgData name="Sam O'Neill" userId="cb323814-a42a-4cfe-bc74-03f595e56f6e" providerId="ADAL" clId="{C47B97CF-0296-4B1D-82C5-38F607DE3EAA}" dt="2024-03-14T13:27:05.529" v="8271" actId="20577"/>
        <pc:sldMkLst>
          <pc:docMk/>
          <pc:sldMk cId="955681855" sldId="286"/>
        </pc:sldMkLst>
      </pc:sldChg>
      <pc:sldChg chg="addSp modSp add mod">
        <pc:chgData name="Sam O'Neill" userId="cb323814-a42a-4cfe-bc74-03f595e56f6e" providerId="ADAL" clId="{C47B97CF-0296-4B1D-82C5-38F607DE3EAA}" dt="2024-03-14T17:24:41.170" v="8613" actId="20577"/>
        <pc:sldMkLst>
          <pc:docMk/>
          <pc:sldMk cId="1726741477" sldId="287"/>
        </pc:sldMkLst>
      </pc:sldChg>
      <pc:sldChg chg="modSp new mod">
        <pc:chgData name="Sam O'Neill" userId="cb323814-a42a-4cfe-bc74-03f595e56f6e" providerId="ADAL" clId="{C47B97CF-0296-4B1D-82C5-38F607DE3EAA}" dt="2024-03-14T18:54:27.639" v="9441" actId="20577"/>
        <pc:sldMkLst>
          <pc:docMk/>
          <pc:sldMk cId="845825847" sldId="288"/>
        </pc:sldMkLst>
      </pc:sldChg>
      <pc:sldChg chg="modSp new mod">
        <pc:chgData name="Sam O'Neill" userId="cb323814-a42a-4cfe-bc74-03f595e56f6e" providerId="ADAL" clId="{C47B97CF-0296-4B1D-82C5-38F607DE3EAA}" dt="2024-03-14T18:55:03.016" v="9497" actId="5793"/>
        <pc:sldMkLst>
          <pc:docMk/>
          <pc:sldMk cId="1803799380" sldId="289"/>
        </pc:sldMkLst>
      </pc:sldChg>
      <pc:sldMasterChg chg="modSldLayout">
        <pc:chgData name="Sam O'Neill" userId="cb323814-a42a-4cfe-bc74-03f595e56f6e" providerId="ADAL" clId="{C47B97CF-0296-4B1D-82C5-38F607DE3EAA}" dt="2024-03-13T12:09:32.646" v="3" actId="14100"/>
        <pc:sldMasterMkLst>
          <pc:docMk/>
          <pc:sldMasterMk cId="2915560145" sldId="2147483648"/>
        </pc:sldMasterMkLst>
        <pc:sldLayoutChg chg="modSp mod">
          <pc:chgData name="Sam O'Neill" userId="cb323814-a42a-4cfe-bc74-03f595e56f6e" providerId="ADAL" clId="{C47B97CF-0296-4B1D-82C5-38F607DE3EAA}" dt="2024-03-13T12:09:32.646" v="3" actId="14100"/>
          <pc:sldLayoutMkLst>
            <pc:docMk/>
            <pc:sldMasterMk cId="2915560145" sldId="2147483648"/>
            <pc:sldLayoutMk cId="1376054546" sldId="214748365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EBDC-BB6B-810E-4DCA-117E14E5B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51740-2A1A-1C15-9D94-C4E7854F1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5025C-7025-80BD-B351-38B5137F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E2FFF-6352-68D5-F87A-329A12757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0CE4D-E4A2-CCEE-D32C-73F6014E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484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D69A-BFED-2B08-4215-1BB3B5E9C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73CFE-3F62-ECBE-E611-2E479B235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025"/>
            <a:ext cx="105156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4C3BE-8603-2326-D796-A0A9ED78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6F226-19E4-37A7-7389-262EFD72C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EC58D-6B96-69E1-8D06-5B4CAB5F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054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EB5B-AE9A-F93F-4E93-40CD4B9BF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77F02-C0DE-B9C7-04DF-DECB8DE0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B2838-0565-C3A6-69C2-B9C2BFC0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7C905-D79A-C2F2-CDFD-4188C442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75870-EFDE-EF49-DB0D-ACFAE269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06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C897-06BC-EF6C-0E37-BE706897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7EBA4-B1A8-0801-94EA-A3E84746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1CE08-B80F-2105-AE6D-BE32D17E2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33AA2-5183-7B14-8247-788EB6A1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BBD74-7227-FBB7-4C97-FB18C03F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46CA8-FBC8-D908-E643-E03431B0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48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D03D2-E6EA-AF42-82EC-2DDD4E6BB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73CE7-2C66-BCB5-8C6E-1630D11E8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6C9-BCAA-CAA1-A3DD-5D40C31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8B03E-3DBD-F004-7F5C-1D6EA849B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27C5D-064A-6680-0B09-C4116AC54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0E6CDC-0336-B9B7-D6BD-EA82AF44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31DF44-4088-DF5B-E54E-F106CCDC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20C551-F859-141A-382B-7A7CA58A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DE05-05E2-D3C5-6546-E305883A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F43859-C302-C613-3DC4-018AB8385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D140F-2E9B-6F03-6091-4DA2F141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371F0-4DDC-793C-7A3B-D39A5981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72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F8437A-EAF3-2B5D-D580-201AD8E02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0D2445-9EE8-FC78-1E96-96275B5BB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5B9B2-9D84-1483-48EA-447515E7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02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FE2E2-B2D5-0585-B76B-03D619BF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189C1-3EEF-E89E-6A4D-A87114390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3064C-1C48-483D-9196-A17877A73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3EDE6-A044-7723-C1F5-C664A574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7AF80-5285-500E-9F4A-818CB831A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2F813-2FC2-1560-CC55-C19364CF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240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22569-AE35-BE11-509A-C984C39D0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FAA8F-549F-AA09-F66D-2232033C8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3C798-902E-1CAC-882E-69C122969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56DBA-ABBC-5CBC-0F66-94FE62A96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722A-51CF-2231-0406-6F15785A3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A8F7C-CF53-94CE-AA4A-4F0FE92E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649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339AD-1909-5152-8A8E-7D017FC5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51503-9D1F-4638-00CB-D3C52156E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547C8-2AFE-B4E2-5623-B70999DA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7F651-EC4A-E947-6F7F-D6EFBCA6B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3CE33-A30E-E530-F06C-2EDD6AB0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66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82072-37F0-F837-CD46-CE41472EE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6DF07-E0FE-0C9D-B80E-A9AC86629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A915C-1F09-5AF5-1001-95FB97986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2039E-12B7-D5E7-0AAF-6E313E39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1C19E-BA12-18BF-BE8B-E39C73630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94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9D18E-0B0F-52F9-CAD3-05FCDE60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D4B8F-9D5B-FC48-4453-134B2078F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BC9E3-3599-B1D0-03AB-7878EE759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E9D4A-ED48-8C51-0D7B-5370F73F1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0A5BA-22B4-DA39-4CF3-3CFFB2E14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56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ctsallis.github.io/operational_research/lab/index.html?path=Lectures/Semester%201/Week%2010%20-%20Vehicle%20Routing%20Problem/2%20Lecture%20Demos/1%20TSP%20and%20VRP%20with%20Pyomo.ipyn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5EF45-C34F-60DE-BC89-B56308454F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Vehicle Routing Problem (VRP)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2E502-705C-8093-6A97-CC8AA353BA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00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A0A43-64D5-5CD4-EA1B-D0999FFFB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Disclaimer/Invite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430A2-3BA9-F4A8-3B7A-E0DC28B2D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/>
              <a:t>We will do some nice modelling using MILP.</a:t>
            </a:r>
          </a:p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/>
              <a:t>The models presented here can be solved with a MIP solver if they are small enough.</a:t>
            </a:r>
          </a:p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/>
              <a:t>Generally, we will need heuristics and commercially people build their own software.</a:t>
            </a:r>
          </a:p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/>
              <a:t>This is an incredibly active area, so anyone interested who would like to look into this problem and possible new methods (maybe AI related) please speak to me.</a:t>
            </a:r>
          </a:p>
        </p:txBody>
      </p:sp>
    </p:spTree>
    <p:extLst>
      <p:ext uri="{BB962C8B-B14F-4D97-AF65-F5344CB8AC3E}">
        <p14:creationId xmlns:p14="http://schemas.microsoft.com/office/powerpoint/2010/main" val="17425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16DF6-E36F-2E42-7362-A83D4D92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GB" sz="5400"/>
              <a:t>Travelling Salesman Reminder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B8AA7-0AB6-6403-0B10-CE0E05DECA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</p:spPr>
            <p:txBody>
              <a:bodyPr anchor="t">
                <a:normAutofit/>
              </a:bodyPr>
              <a:lstStyle/>
              <a:p>
                <a:r>
                  <a:rPr lang="en-GB" sz="2200" b="0" i="0">
                    <a:effectLst/>
                  </a:rPr>
                  <a:t>Finding the shortest possible tour that visits each city exactly once and returns to the original city.</a:t>
                </a:r>
              </a:p>
              <a:p>
                <a:endParaRPr lang="en-GB" sz="2200"/>
              </a:p>
              <a:p>
                <a:r>
                  <a:rPr lang="en-GB" sz="2200"/>
                  <a:t>A set of Vertices </a:t>
                </a:r>
                <a14:m>
                  <m:oMath xmlns:m="http://schemas.openxmlformats.org/officeDocument/2006/math">
                    <m:r>
                      <a:rPr lang="en-GB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2200"/>
                  <a:t> </a:t>
                </a:r>
              </a:p>
              <a:p>
                <a:r>
                  <a:rPr lang="en-GB" sz="2200"/>
                  <a:t>A set of Edges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GB" sz="2200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GB" sz="2200" b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sz="2200" b="0" i="1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sz="2200"/>
                  <a:t> - Edge </a:t>
                </a:r>
                <a14:m>
                  <m:oMath xmlns:m="http://schemas.openxmlformats.org/officeDocument/2006/math">
                    <m:r>
                      <a:rPr lang="en-GB" sz="22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/>
                  <a:t> chosen or not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sz="2200"/>
                  <a:t> - Cost of edge </a:t>
                </a:r>
                <a14:m>
                  <m:oMath xmlns:m="http://schemas.openxmlformats.org/officeDocument/2006/math">
                    <m:r>
                      <a:rPr lang="en-GB" sz="22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2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B8AA7-0AB6-6403-0B10-CE0E05DECA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  <a:blipFill>
                <a:blip r:embed="rId2"/>
                <a:stretch>
                  <a:fillRect l="-1090" t="-1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solution&#10;&#10;AI-generated content may be incorrect.">
            <a:extLst>
              <a:ext uri="{FF2B5EF4-FFF2-40B4-BE49-F238E27FC236}">
                <a16:creationId xmlns:a16="http://schemas.microsoft.com/office/drawing/2014/main" id="{F1EEF4C7-7DEE-F4F4-7556-0D8ABA0B9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81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4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0CFB-6A6A-0579-DBF7-0EFF5118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Whilst all cities will be visited, it doesn’t guarantee a single tour!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We could have lots of subtours that cover all cities.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b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365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50F1-57AF-6BB1-E3A7-71F1F910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Subtour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4C894B-0A7F-708D-D8CE-01F478989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26" y="2439193"/>
            <a:ext cx="437197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B6FD92-EDCA-BA59-67BE-7715C64D18FD}"/>
              </a:ext>
            </a:extLst>
          </p:cNvPr>
          <p:cNvSpPr txBox="1"/>
          <p:nvPr/>
        </p:nvSpPr>
        <p:spPr>
          <a:xfrm>
            <a:off x="1562776" y="5321296"/>
            <a:ext cx="85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Both the red (complete tour) and the blue (subtours) have exactly one edge entering and one edge leaving a city!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C82441-CDE3-5F4D-B0A2-AF92677E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35D70-5964-0E9D-8AE8-7CE1C9EBA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457" y="1206481"/>
            <a:ext cx="4258269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44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8FC3-9774-5DE1-96FA-7440068B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03213-15AE-4BF5-3E52-31B6534558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b="0" dirty="0"/>
                  <a:t> represent the order in which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b="0" dirty="0"/>
                  <a:t> is visited</a:t>
                </a:r>
              </a:p>
              <a:p>
                <a:endParaRPr lang="en-GB" b="0" dirty="0"/>
              </a:p>
              <a:p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need not equal the position: only the order of the values matters. </a:t>
                </a:r>
              </a:p>
              <a:p>
                <a:r>
                  <a:rPr lang="en-GB" dirty="0"/>
                  <a:t>What we are looking for is some increasing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dirty="0"/>
                  <a:t> is the city visited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-th,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/>
                  <a:t> means that city 3 is visited second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If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visited just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then we would expect the following:</a:t>
                </a:r>
                <a:br>
                  <a:rPr lang="en-GB" dirty="0"/>
                </a:br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(because we go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(because we visit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03213-15AE-4BF5-3E52-31B6534558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896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C79A4-3220-AC03-0570-7347C41BA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980C-E2B1-12D2-C2C2-0BF72F3C5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98FA7-FDB6-05F2-7699-4652055BA0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If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visited just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then we would expect the following:</a:t>
                </a:r>
                <a:br>
                  <a:rPr lang="en-GB" dirty="0"/>
                </a:br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(because we go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(because we visit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Hence we require that:</a:t>
                </a:r>
              </a:p>
              <a:p>
                <a:pPr marL="0" indent="0">
                  <a:buNone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98FA7-FDB6-05F2-7699-4652055BA0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68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4B3FE-464C-C52C-E4CA-BA99554F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915B-BFC8-95A9-8306-70C66B7D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D1A945-A495-8CD5-15AF-177193D9E7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FF0000"/>
                    </a:solidFill>
                  </a:rPr>
                  <a:t>1 is a common choice, it could be any positive number…</a:t>
                </a:r>
              </a:p>
              <a:p>
                <a:pPr marL="0" indent="0">
                  <a:buNone/>
                </a:pPr>
                <a:r>
                  <a:rPr lang="en-GB" b="1" dirty="0"/>
                  <a:t>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Automatically satisfied as long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+1⟹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As required!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D1A945-A495-8CD5-15AF-177193D9E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326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We can continue this reasoning.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know that there must exist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(i.e. we leave city 1).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There also must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and …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Hence there will be an increasing sequence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 thus precluding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56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does this work?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Once this sequence is in place.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&lt;…&lt;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Then we have to choose some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such that: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  i.e. some edge enters city 1.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However, the only remaining city which doesn’t have an edge leaving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Thus,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valid if we do not include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in the MTZ constraint. Hence, we have a tour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900" r="-1681" b="-2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551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F32F1-A3DD-EE6F-7242-2BB2110D4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8321-FBA7-0EB9-2C06-AC1B2D7ED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7BB96-E98D-5B79-1AAD-1297F98007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How do we pick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dirty="0"/>
                  <a:t> sufficiently large?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u="sng" dirty="0"/>
                  <a:t>Simple way (non-optimal) </a:t>
                </a:r>
              </a:p>
              <a:p>
                <a:pPr marL="0" indent="0">
                  <a:buNone/>
                </a:pPr>
                <a:r>
                  <a:rPr lang="en-GB" dirty="0"/>
                  <a:t>Pick a very big number</a:t>
                </a:r>
                <a:endParaRPr lang="en-GB" u="sng" dirty="0"/>
              </a:p>
              <a:p>
                <a:pPr marL="0" indent="0">
                  <a:buNone/>
                </a:pPr>
                <a:endParaRPr lang="en-GB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7BB96-E98D-5B79-1AAD-1297F98007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652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92F69-064F-2F06-484A-08846ABF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CECAD-0EC2-0944-2B98-ADABC522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D15E1-6B60-E8B3-504F-F444F2BCF5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How do we pick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sz="1200" dirty="0"/>
                  <a:t> sufficiently large?</a:t>
                </a:r>
              </a:p>
              <a:p>
                <a:pPr marL="0" indent="0">
                  <a:buNone/>
                </a:pPr>
                <a:r>
                  <a:rPr lang="en-GB" sz="1200" u="sng" dirty="0"/>
                  <a:t>Optimal</a:t>
                </a:r>
              </a:p>
              <a:p>
                <a:pPr marL="0" indent="0">
                  <a:buNone/>
                </a:pPr>
                <a:r>
                  <a:rPr lang="en-GB" sz="1200" dirty="0"/>
                  <a:t>Along the tour (after city 1) there will be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/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Thus simultaneously: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+1≤ 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Add these together and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GB" sz="1200" dirty="0"/>
                  <a:t>.</a:t>
                </a:r>
              </a:p>
              <a:p>
                <a:pPr marL="0" indent="0">
                  <a:buNone/>
                </a:pPr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Thus, the biggest difference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−2⟹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+1≥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</m:t>
                    </m:r>
                  </m:oMath>
                </a14:m>
                <a:endParaRPr lang="en-GB" sz="1200" dirty="0"/>
              </a:p>
              <a:p>
                <a:pPr marL="0" indent="0">
                  <a:buNone/>
                </a:pPr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We also know there is no edge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1200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dirty="0"/>
                  <a:t> 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sz="1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br>
                  <a:rPr lang="en-GB" sz="1200" dirty="0"/>
                </a:br>
                <a:endParaRPr lang="en-GB" sz="1200" b="0" dirty="0"/>
              </a:p>
              <a:p>
                <a:pPr marL="0" indent="0">
                  <a:buNone/>
                </a:pPr>
                <a:r>
                  <a:rPr lang="en-GB" sz="1200" dirty="0"/>
                  <a:t>The first is satisfied if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The second is satisfied if: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𝑀≥</m:t>
                      </m:r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Hence pick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D15E1-6B60-E8B3-504F-F444F2BCF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" b="-56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88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D4AA-07C5-EF0D-5A8F-9FD8E475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C928-C063-750D-F3AC-41ED1696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Compact with Set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88FDD9-F730-8A23-8A33-5C82F6B313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b="0" dirty="0"/>
                  <a:t>Minimise: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88FDD9-F730-8A23-8A33-5C82F6B31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  <a:blipFill>
                <a:blip r:embed="rId2"/>
                <a:stretch>
                  <a:fillRect l="-1070" t="-22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07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18516-2641-4CFC-7DF6-26D73943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AEEB-31AA-8F9D-B5CB-9005FF423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GB" i="0">
                <a:solidFill>
                  <a:srgbClr val="000000"/>
                </a:solidFill>
                <a:effectLst/>
              </a:rPr>
              <a:t>Extending the TSP to Allow Multiple Tours</a:t>
            </a:r>
            <a:endParaRPr lang="en-GB" i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EA92EB-832D-8C68-54DB-307FAFC347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Let’s say we want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sub-tours.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Relax incoming and outgoing edge constraints for city 1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Add in that the number of edges leaving city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is equal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EA92EB-832D-8C68-54DB-307FAFC347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AF8F410-AA34-B7C3-9631-F9E38F83FC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68"/>
          <a:stretch/>
        </p:blipFill>
        <p:spPr>
          <a:xfrm>
            <a:off x="9060201" y="2367741"/>
            <a:ext cx="2872454" cy="27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28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B2F3-AFF2-7045-FF8B-72867328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GB" i="0" dirty="0">
                <a:solidFill>
                  <a:srgbClr val="000000"/>
                </a:solidFill>
                <a:effectLst/>
              </a:rPr>
              <a:t>Extending the TSP to Allow Multiple Tours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6CBBE-ECA0-C36E-E03D-4939A15D0A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b="0" dirty="0"/>
                  <a:t>Minimise: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≠1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6CBBE-ECA0-C36E-E03D-4939A15D0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7E3E0A-4A3D-8BA5-5AFB-0F58F0335C9B}"/>
                  </a:ext>
                </a:extLst>
              </p:cNvPr>
              <p:cNvSpPr txBox="1"/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{1}</m:t>
                    </m:r>
                  </m:oMath>
                </a14:m>
                <a:r>
                  <a:rPr lang="en-GB" dirty="0"/>
                  <a:t> is the set V without 1, e.g. for n cities,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={2,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7E3E0A-4A3D-8BA5-5AFB-0F58F0335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764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4D725-F6BA-D7BC-9BEB-FC313BDE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B936-2E4A-EEA4-894C-6C6A6237A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We have removed the need to pick a single edge leaving location 1 and entering location 1.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Therefore, we no longer need one single chain through all the cities, i.e. 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/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/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Instead, we can build several chains and join both ends of each chain to location 1.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we could have any number of chains, including a single one. E.g. TSP solution.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B936-2E4A-EEA4-894C-6C6A6237A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92" r="-1159" b="-29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563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A175-1A17-685C-50FB-C25AFE9C8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GB" sz="4000" dirty="0"/>
              <a:t>Illustration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CDDED-6D20-F2F9-2974-4F00BCA074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719" y="2330505"/>
                <a:ext cx="5095090" cy="3979585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We might have two chains, each joined to location 1 at both ends (routes 1 → 7 → 3 → 1 and 1 → 5 → … → 10 → 1):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CDDED-6D20-F2F9-2974-4F00BCA074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719" y="2330505"/>
                <a:ext cx="5095090" cy="3979585"/>
              </a:xfrm>
              <a:blipFill>
                <a:blip r:embed="rId2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3F744F0-CF0E-8238-01E5-7F81E32D72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68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73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E2B6-D5CB-BD8D-33E0-5B204D06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VRP Definition (Woolly)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8786D-2DF0-2498-A0B0-BD5255B45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What is the optimal set of routes for a fleet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vehicles to deliver to a given set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customers?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then we have the Travelling Salesman Problem!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What isn’t defined in the above definition?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8786D-2DF0-2498-A0B0-BD5255B45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018" r="-11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07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1A0A-E174-F326-724D-8FC0DDFA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objective?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A7EAC-ABD0-232E-F258-6B1963F6C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What is the </a:t>
                </a:r>
                <a:r>
                  <a:rPr lang="en-GB" b="1" u="sng" dirty="0"/>
                  <a:t>optimal</a:t>
                </a:r>
                <a:r>
                  <a:rPr lang="en-GB" dirty="0"/>
                  <a:t> set of routes for a fleet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vehicles to deliver to a given set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customers?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What do we mean by optimal?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Minimise total distance travelled</a:t>
                </a:r>
              </a:p>
              <a:p>
                <a:r>
                  <a:rPr lang="en-GB" dirty="0"/>
                  <a:t>Minimise distance of longest route (i.e. minimise time taken for all deliveries)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A7EAC-ABD0-232E-F258-6B1963F6C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018" r="-14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867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F3EDE-2B37-5EDF-11F7-AE5D1E45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D5524-006B-9DAC-9DF1-C57AA280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Demand and capacity?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33484-9F2D-A61E-FA8C-48B9BB973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u="sng" dirty="0"/>
              <a:t>Demand</a:t>
            </a:r>
          </a:p>
          <a:p>
            <a:pPr marL="0" indent="0">
              <a:buNone/>
            </a:pPr>
            <a:r>
              <a:rPr lang="en-GB" dirty="0"/>
              <a:t>There is no demand for the delivery? This might be OK for the Royal Mail, but you can imagine a certain amount that needs to be shipped to a location.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Even for the Royal Mail, if every delivery is one uniform parcel, the demand is roughly one parcel per location.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u="sng" dirty="0"/>
              <a:t>Capacity</a:t>
            </a:r>
          </a:p>
          <a:p>
            <a:pPr marL="0" indent="0">
              <a:buNone/>
            </a:pPr>
            <a:endParaRPr lang="en-GB" b="1" u="sng" dirty="0"/>
          </a:p>
          <a:p>
            <a:pPr marL="0" indent="0">
              <a:buNone/>
            </a:pPr>
            <a:r>
              <a:rPr lang="en-GB" dirty="0"/>
              <a:t>There is no capacity for a vehicle (route).</a:t>
            </a:r>
          </a:p>
          <a:p>
            <a:pPr marL="0" indent="0">
              <a:buNone/>
            </a:pPr>
            <a:r>
              <a:rPr lang="en-GB" dirty="0"/>
              <a:t>No idea if the route can carry the demand needed. i.e. is the van big enough?</a:t>
            </a:r>
          </a:p>
        </p:txBody>
      </p:sp>
    </p:spTree>
    <p:extLst>
      <p:ext uri="{BB962C8B-B14F-4D97-AF65-F5344CB8AC3E}">
        <p14:creationId xmlns:p14="http://schemas.microsoft.com/office/powerpoint/2010/main" val="4083153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39B69-CC48-197E-E2B2-AD01BE6A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6DCDF-0D57-06B6-C5D4-933D33DF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Minimise the total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3949B-AA20-BB0B-7647-CAF571E20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b="1" u="sng" dirty="0"/>
                  <a:t>Objective</a:t>
                </a:r>
              </a:p>
              <a:p>
                <a:pPr marL="0" indent="0">
                  <a:buNone/>
                </a:pPr>
                <a:r>
                  <a:rPr lang="en-GB" dirty="0"/>
                  <a:t>Minimise the sum of distance for the edges chosen.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Parameters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(cost)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cities (nodes)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Constraints</a:t>
                </a:r>
              </a:p>
              <a:p>
                <a:pPr marL="0" indent="0">
                  <a:buNone/>
                </a:pPr>
                <a:r>
                  <a:rPr lang="en-GB" dirty="0"/>
                  <a:t>Each route is a subtour starting at the base depot. We will call this location 1.</a:t>
                </a:r>
              </a:p>
              <a:p>
                <a:pPr marL="0" indent="0">
                  <a:buNone/>
                </a:pPr>
                <a:r>
                  <a:rPr lang="en-GB" dirty="0"/>
                  <a:t>There will be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dirty="0"/>
                  <a:t> subtours (i.e.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vehicles used).</a:t>
                </a:r>
              </a:p>
              <a:p>
                <a:pPr marL="0" indent="0">
                  <a:buNone/>
                </a:pPr>
                <a:r>
                  <a:rPr lang="en-GB" dirty="0"/>
                  <a:t>We don’t care about demand or capacity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3949B-AA20-BB0B-7647-CAF571E20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153" r="-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335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44A3F-E4E2-692B-FBE7-BAF7E6B5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93E08-EAD8-7042-25CA-36DED24BF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GB" dirty="0"/>
              <a:t>Minimise the total distance</a:t>
            </a:r>
            <a:endParaRPr lang="en-GB" i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1ECB-EDCD-D38A-BFDD-A904C562CC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b="0" dirty="0"/>
                  <a:t>Relax the depot constraint: at most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b="0" dirty="0"/>
                  <a:t> edges leave city 1</a:t>
                </a:r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Minimise: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≠1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1ECB-EDCD-D38A-BFDD-A904C562C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018" b="-52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7A7652-AD12-08E5-EBFB-C9AFB3E1808A}"/>
                  </a:ext>
                </a:extLst>
              </p:cNvPr>
              <p:cNvSpPr txBox="1"/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{1}</m:t>
                    </m:r>
                  </m:oMath>
                </a14:m>
                <a:r>
                  <a:rPr lang="en-GB" dirty="0"/>
                  <a:t> is the set V without 1, e.g. for n cities,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={2,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7A7652-AD12-08E5-EBFB-C9AFB3E18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66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32D2-8D53-5713-40F8-6DF04D18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83F6B-EB0B-2468-2D54-11F636F27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It will find you the optimal number of vehicles to minimise distance travelled.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It does not have capacity or demand built in.</a:t>
            </a:r>
          </a:p>
          <a:p>
            <a:pPr marL="0" indent="0">
              <a:buNone/>
            </a:pPr>
            <a:r>
              <a:rPr lang="en-GB" dirty="0"/>
              <a:t>Therefore, if the distances obey the triangle inequality, a single vehicle (the TSP tour) is always one of the best solutions.</a:t>
            </a:r>
          </a:p>
        </p:txBody>
      </p:sp>
    </p:spTree>
    <p:extLst>
      <p:ext uri="{BB962C8B-B14F-4D97-AF65-F5344CB8AC3E}">
        <p14:creationId xmlns:p14="http://schemas.microsoft.com/office/powerpoint/2010/main" val="1074675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6DA12-FB25-EB02-1973-D8903E44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Minimise total distance with capacity and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691DF-245B-8439-7D70-5B993F632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Issue!</a:t>
            </a:r>
          </a:p>
          <a:p>
            <a:endParaRPr lang="en-GB" dirty="0"/>
          </a:p>
          <a:p>
            <a:r>
              <a:rPr lang="en-GB" dirty="0"/>
              <a:t>We can get long routes for some vans, short for others.</a:t>
            </a:r>
          </a:p>
          <a:p>
            <a:endParaRPr lang="en-GB" dirty="0"/>
          </a:p>
          <a:p>
            <a:r>
              <a:rPr lang="en-GB" dirty="0"/>
              <a:t>This might be fine, but it is likely that a company would like to deliver things quickly.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0311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B41B9-004F-CB61-E765-4585AE33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724A-DA0D-AB91-9F0A-35FF0904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80E17-A41C-1B48-A10C-7906F9A5C8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locations (city 1 is the depot)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– number of vehicles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demand of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 is the capacity of each vehicle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between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dirty="0"/>
                  <a:t> - decision variable indicating whether a vehicle</a:t>
                </a:r>
                <a:r>
                  <a:rPr lang="en-GB" dirty="0"/>
                  <a:t> travels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Flow carried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What is in the van at that point in time!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80E17-A41C-1B48-A10C-7906F9A5C8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  <a:blipFill>
                <a:blip r:embed="rId2"/>
                <a:stretch>
                  <a:fillRect t="-1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635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E479-B0DD-89F8-AC62-B4728AAC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Minimise total distance with capacity and demand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870C2A-3006-1D96-AF5B-27C6AE61F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3266" y="1343025"/>
            <a:ext cx="4125466" cy="4833938"/>
          </a:xfrm>
        </p:spPr>
      </p:pic>
    </p:spTree>
    <p:extLst>
      <p:ext uri="{BB962C8B-B14F-4D97-AF65-F5344CB8AC3E}">
        <p14:creationId xmlns:p14="http://schemas.microsoft.com/office/powerpoint/2010/main" val="836478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7A69-5052-06BF-D81D-6965F426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didn’t we include the sub-tour constraints?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8B6FE-85F4-8643-46AA-E4DE401928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To see why consider a sub-tour that does not include city 1.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i="0" dirty="0">
                    <a:solidFill>
                      <a:srgbClr val="000000"/>
                    </a:solidFill>
                    <a:effectLst/>
                    <a:latin typeface="-apple-system"/>
                  </a:rPr>
                  <a:t>Adding all of these together results in: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 possible if every customer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. A subtour needs some demand ≤ 0: a pick-up or a stop with no demand.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8B6FE-85F4-8643-46AA-E4DE401928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70A3D24-DF49-5C11-FFD6-D9A22348A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735" y="2370581"/>
            <a:ext cx="4126528" cy="1524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C1E53E-54BC-3A45-917E-3F4C4ABDD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551" y="4922349"/>
            <a:ext cx="2340897" cy="52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29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F7CF-AB80-0E0D-2C81-31653D68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Cooked up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B9653-EA95-649B-D8FA-245E20D80F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 cooked-up example where it is needed: a flow model in which some customers’ demands add up to zero (pick-ups or zero demands).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B9653-EA95-649B-D8FA-245E20D80F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4ADD318-AA87-06DF-6EAD-2C5FEA9B0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95" y="3306302"/>
            <a:ext cx="9530856" cy="35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30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FAD4B-4B5D-BF22-FB69-45652F89C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B460-F682-08F4-62D1-ABB64B35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Deliver all orders as quickly as possible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CDEA9-CC6B-E563-C233-C0E5DA6B3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We can reframe this objective as minimise the maximum route length of a vehicle.</a:t>
            </a:r>
          </a:p>
          <a:p>
            <a:endParaRPr lang="en-GB" dirty="0"/>
          </a:p>
          <a:p>
            <a:r>
              <a:rPr lang="en-GB" dirty="0"/>
              <a:t>This is known as a minimax problem.</a:t>
            </a:r>
          </a:p>
          <a:p>
            <a:endParaRPr lang="en-GB" dirty="0"/>
          </a:p>
          <a:p>
            <a:r>
              <a:rPr lang="en-GB" dirty="0"/>
              <a:t>To do this we will need to know the length of each of the routes for the vehicles</a:t>
            </a:r>
          </a:p>
          <a:p>
            <a:endParaRPr lang="en-GB" dirty="0"/>
          </a:p>
          <a:p>
            <a:r>
              <a:rPr lang="en-GB" dirty="0"/>
              <a:t>A nice way to visualise this idea is to imagine we are creating a copy of the network for each vehicle</a:t>
            </a:r>
          </a:p>
          <a:p>
            <a:pPr lvl="1"/>
            <a:r>
              <a:rPr lang="en-GB" dirty="0"/>
              <a:t>We can then track which edges are used in each of the networks.</a:t>
            </a:r>
          </a:p>
          <a:p>
            <a:pPr lvl="1"/>
            <a:r>
              <a:rPr lang="en-GB" dirty="0"/>
              <a:t>We can work out the length of each tour</a:t>
            </a:r>
          </a:p>
          <a:p>
            <a:pPr lvl="1"/>
            <a:r>
              <a:rPr lang="en-GB" dirty="0"/>
              <a:t>Minimise the maximum length of all tours considered.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8574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6286-2BBC-D3F6-86BE-A7CA1F6D1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Illustration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2D841F-6ED4-5D9F-C9A6-278571D6F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6202" y="952192"/>
            <a:ext cx="2939595" cy="26787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D498FF-6E4B-7000-EF30-A34FC9B59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23" y="3967522"/>
            <a:ext cx="11031793" cy="267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17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A2B04-1D77-14C8-B85A-37615CD5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20C4-006A-200F-6501-D732439EE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Minimise the distance of the longest route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9236E-41D8-D1B4-EF21-94CD02841C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b="1" u="sng" dirty="0"/>
                  <a:t>Objective</a:t>
                </a:r>
              </a:p>
              <a:p>
                <a:pPr marL="0" indent="0">
                  <a:buNone/>
                </a:pPr>
                <a:r>
                  <a:rPr lang="en-GB" dirty="0"/>
                  <a:t>Minimise the distance of the longest route</a:t>
                </a:r>
              </a:p>
              <a:p>
                <a:pPr lvl="1"/>
                <a:r>
                  <a:rPr lang="en-GB" dirty="0"/>
                  <a:t>This is the same as trying to finish all of the orders ASAP. Is this better?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Parameters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cities (nodes)</a:t>
                </a:r>
              </a:p>
              <a:p>
                <a:pPr marL="0" indent="0">
                  <a:buNone/>
                </a:pPr>
                <a:r>
                  <a:rPr lang="en-GB" dirty="0"/>
                  <a:t>Each location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has a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Each vehicle has a capacity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Constraints</a:t>
                </a:r>
              </a:p>
              <a:p>
                <a:pPr marL="0" indent="0">
                  <a:buNone/>
                </a:pPr>
                <a:r>
                  <a:rPr lang="en-GB" dirty="0"/>
                  <a:t>Each route is a subtour starting at the base depot. We will call this location 1.</a:t>
                </a:r>
              </a:p>
              <a:p>
                <a:pPr marL="0" indent="0">
                  <a:buNone/>
                </a:pPr>
                <a:r>
                  <a:rPr lang="en-GB" dirty="0"/>
                  <a:t>There are at most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subtours (i.e. at most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vehicles used).</a:t>
                </a:r>
              </a:p>
              <a:p>
                <a:pPr marL="0" indent="0">
                  <a:buNone/>
                </a:pPr>
                <a:r>
                  <a:rPr lang="en-GB" dirty="0"/>
                  <a:t>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delivered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Route demand does not exceed capacity.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9236E-41D8-D1B4-EF21-94CD02841C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3516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66063-5B3B-A530-C88E-62ECA713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18AF-D714-461A-1AB7-9015AB639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43805F-0EBC-2B26-D27A-6F00195FC0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locations (city 1 is the depot)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– Set of vehicles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– number of vehicles that may leave the depot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demand of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 is the capacity of each vehicle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between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dirty="0"/>
                  <a:t> - decision variable indicating whether vehicle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travels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GB" dirty="0"/>
                  <a:t> - Flow carried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by vehicle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What is in the van at that point in time!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43805F-0EBC-2B26-D27A-6F00195FC0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  <a:blipFill>
                <a:blip r:embed="rId2"/>
                <a:stretch>
                  <a:fillRect t="-1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6741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89C5A-0AC4-EB1A-8AB3-4760A3DF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C7E2-BB88-7EA8-7F91-ED85845B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34300-7371-0524-5436-ACCB88259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227E24-8BF1-58F8-7FD5-AD56293D4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72" y="1642310"/>
            <a:ext cx="9356203" cy="463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60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B38A-CB36-6808-7756-9016056A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Vehicle Routing on a Subgraph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1D4A-56CC-A1CD-5F63-6E96CEE20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Route m vehicles to visit a set of locations S subset of V.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Do we need the whole graph?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u="sng" dirty="0"/>
              <a:t>No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could compute the shortest path between the locations, this would then give us a distance matrix and we can solve as standard using just the locations 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can imagine a logistics company doing this each day, working out the distances between delivery locations and then running a VRP model.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31859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8FB8-CA37-C3E5-C24D-32DFE6EA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58098-56ED-3D2B-67A9-B78605489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r>
              <a:rPr lang="en-GB" sz="4000" dirty="0"/>
              <a:t>Discrete Optimisation is Cool!</a:t>
            </a:r>
          </a:p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r>
              <a:rPr lang="en-GB" sz="4000" dirty="0"/>
              <a:t>It is also a fact of life! </a:t>
            </a:r>
          </a:p>
        </p:txBody>
      </p:sp>
    </p:spTree>
    <p:extLst>
      <p:ext uri="{BB962C8B-B14F-4D97-AF65-F5344CB8AC3E}">
        <p14:creationId xmlns:p14="http://schemas.microsoft.com/office/powerpoint/2010/main" val="3644103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3345-9ADF-3A7A-2450-B5F0F762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Interactive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11757-6C0E-54E7-F206-EE9D096A0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demonstration notebook runs in your browser on the course site: Week 10, 2 Lecture Demos, </a:t>
            </a:r>
            <a:r>
              <a:rPr lang="en-GB" dirty="0">
                <a:hlinkClick r:id="rId2"/>
              </a:rPr>
              <a:t>1 TSP and VRP with Pyomo.ipynb</a:t>
            </a:r>
            <a:r>
              <a:rPr lang="en-GB" dirty="0"/>
              <a:t>.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3513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2105</TotalTime>
  <Words>2233</Words>
  <Application>Microsoft Office PowerPoint</Application>
  <PresentationFormat>Widescreen</PresentationFormat>
  <Paragraphs>285</Paragraphs>
  <Slides>36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-apple-system</vt:lpstr>
      <vt:lpstr>Arial</vt:lpstr>
      <vt:lpstr>Calibri</vt:lpstr>
      <vt:lpstr>Calibri Light</vt:lpstr>
      <vt:lpstr>Cambria Math</vt:lpstr>
      <vt:lpstr>Office Theme</vt:lpstr>
      <vt:lpstr>Vehicle Routing Problem (VRP)</vt:lpstr>
      <vt:lpstr>Disclaimer/Invite</vt:lpstr>
      <vt:lpstr>Travelling Salesman Reminder</vt:lpstr>
      <vt:lpstr>MILP</vt:lpstr>
      <vt:lpstr>Subtour example</vt:lpstr>
      <vt:lpstr>TSP MTZ Constraint</vt:lpstr>
      <vt:lpstr>TSP MTZ Constraint</vt:lpstr>
      <vt:lpstr>TSP MTZ Constraint</vt:lpstr>
      <vt:lpstr>Why does this work?</vt:lpstr>
      <vt:lpstr>Why does this work?</vt:lpstr>
      <vt:lpstr>TSP MTZ Constraint</vt:lpstr>
      <vt:lpstr>TSP MTZ Constraint</vt:lpstr>
      <vt:lpstr>Compact with Set Notation</vt:lpstr>
      <vt:lpstr>Extending the TSP to Allow Multiple Tours</vt:lpstr>
      <vt:lpstr>Extending the TSP to Allow Multiple Tours</vt:lpstr>
      <vt:lpstr>Why does this work?</vt:lpstr>
      <vt:lpstr>Illustration</vt:lpstr>
      <vt:lpstr>Basic VRP Definition (Woolly)</vt:lpstr>
      <vt:lpstr>What is the objective?</vt:lpstr>
      <vt:lpstr>Demand and capacity?</vt:lpstr>
      <vt:lpstr>Minimise the total distance</vt:lpstr>
      <vt:lpstr>Minimise the total distance</vt:lpstr>
      <vt:lpstr>Pros and Cons</vt:lpstr>
      <vt:lpstr>Minimise total distance with capacity and demand</vt:lpstr>
      <vt:lpstr>Full Notation</vt:lpstr>
      <vt:lpstr>Minimise total distance with capacity and demand</vt:lpstr>
      <vt:lpstr>Why didn’t we include the sub-tour constraints?</vt:lpstr>
      <vt:lpstr>Cooked up example</vt:lpstr>
      <vt:lpstr>Deliver all orders as quickly as possible</vt:lpstr>
      <vt:lpstr>Illustration</vt:lpstr>
      <vt:lpstr>Minimise the distance of the longest route</vt:lpstr>
      <vt:lpstr>Full Notation</vt:lpstr>
      <vt:lpstr>Full Model</vt:lpstr>
      <vt:lpstr>Vehicle Routing on a Subgraph</vt:lpstr>
      <vt:lpstr>Conclusion</vt:lpstr>
      <vt:lpstr>Interactive Notebook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Routing Problem (VRP)</dc:title>
  <dc:creator>Sam O'Neill</dc:creator>
  <cp:lastModifiedBy>Sam O'Neill</cp:lastModifiedBy>
  <cp:revision>1</cp:revision>
  <dcterms:created xsi:type="dcterms:W3CDTF">2024-03-13T12:09:09Z</dcterms:created>
  <dcterms:modified xsi:type="dcterms:W3CDTF">2025-12-04T13:00:36Z</dcterms:modified>
</cp:coreProperties>
</file>