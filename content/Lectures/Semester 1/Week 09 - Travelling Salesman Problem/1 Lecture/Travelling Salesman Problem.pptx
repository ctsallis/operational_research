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81" r:id="rId6"/>
    <p:sldId id="283" r:id="rId7"/>
    <p:sldId id="284" r:id="rId8"/>
    <p:sldId id="285" r:id="rId9"/>
    <p:sldId id="303" r:id="rId10"/>
    <p:sldId id="306" r:id="rId11"/>
    <p:sldId id="305" r:id="rId12"/>
    <p:sldId id="286" r:id="rId13"/>
    <p:sldId id="282" r:id="rId14"/>
    <p:sldId id="280" r:id="rId15"/>
    <p:sldId id="288" r:id="rId16"/>
    <p:sldId id="293" r:id="rId17"/>
    <p:sldId id="294" r:id="rId18"/>
    <p:sldId id="295" r:id="rId19"/>
    <p:sldId id="297" r:id="rId20"/>
    <p:sldId id="302" r:id="rId21"/>
    <p:sldId id="300" r:id="rId22"/>
    <p:sldId id="299" r:id="rId23"/>
    <p:sldId id="298" r:id="rId24"/>
    <p:sldId id="287" r:id="rId25"/>
    <p:sldId id="301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854C2-1F3B-40B4-8BD1-AC3583E29766}" v="2" dt="2025-11-27T13:01:46.92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A3CFA90-543C-4B46-A753-84C93B28063C}"/>
    <pc:docChg chg="custSel modSld">
      <pc:chgData name="Sam O'Neill" userId="cb323814-a42a-4cfe-bc74-03f595e56f6e" providerId="ADAL" clId="{DA3CFA90-543C-4B46-A753-84C93B28063C}" dt="2024-03-14T17:56:00.833" v="283" actId="20577"/>
      <pc:docMkLst>
        <pc:docMk/>
      </pc:docMkLst>
      <pc:sldChg chg="modSp mod">
        <pc:chgData name="Sam O'Neill" userId="cb323814-a42a-4cfe-bc74-03f595e56f6e" providerId="ADAL" clId="{DA3CFA90-543C-4B46-A753-84C93B28063C}" dt="2024-03-14T10:41:11.641" v="187" actId="20577"/>
        <pc:sldMkLst>
          <pc:docMk/>
          <pc:sldMk cId="2746120984" sldId="297"/>
        </pc:sldMkLst>
      </pc:sldChg>
      <pc:sldChg chg="modSp mod">
        <pc:chgData name="Sam O'Neill" userId="cb323814-a42a-4cfe-bc74-03f595e56f6e" providerId="ADAL" clId="{DA3CFA90-543C-4B46-A753-84C93B28063C}" dt="2024-03-14T10:44:35.657" v="271" actId="20577"/>
        <pc:sldMkLst>
          <pc:docMk/>
          <pc:sldMk cId="2085551775" sldId="300"/>
        </pc:sldMkLst>
      </pc:sldChg>
      <pc:sldChg chg="modSp mod">
        <pc:chgData name="Sam O'Neill" userId="cb323814-a42a-4cfe-bc74-03f595e56f6e" providerId="ADAL" clId="{DA3CFA90-543C-4B46-A753-84C93B28063C}" dt="2024-03-14T17:56:00.833" v="283" actId="20577"/>
        <pc:sldMkLst>
          <pc:docMk/>
          <pc:sldMk cId="1256561333" sldId="302"/>
        </pc:sldMkLst>
      </pc:sldChg>
    </pc:docChg>
  </pc:docChgLst>
  <pc:docChgLst>
    <pc:chgData name="Sam O'Neill" userId="cb323814-a42a-4cfe-bc74-03f595e56f6e" providerId="ADAL" clId="{A4F729B7-9726-423E-8E9F-95ACDEF7B8F5}"/>
    <pc:docChg chg="custSel modSld">
      <pc:chgData name="Sam O'Neill" userId="cb323814-a42a-4cfe-bc74-03f595e56f6e" providerId="ADAL" clId="{A4F729B7-9726-423E-8E9F-95ACDEF7B8F5}" dt="2025-02-28T14:07:53.282" v="256" actId="20577"/>
      <pc:docMkLst>
        <pc:docMk/>
      </pc:docMkLst>
      <pc:sldChg chg="modSp mod modAnim">
        <pc:chgData name="Sam O'Neill" userId="cb323814-a42a-4cfe-bc74-03f595e56f6e" providerId="ADAL" clId="{A4F729B7-9726-423E-8E9F-95ACDEF7B8F5}" dt="2025-02-28T14:05:54.046" v="68" actId="20577"/>
        <pc:sldMkLst>
          <pc:docMk/>
          <pc:sldMk cId="935348764" sldId="283"/>
        </pc:sldMkLst>
      </pc:sldChg>
      <pc:sldChg chg="modSp mod">
        <pc:chgData name="Sam O'Neill" userId="cb323814-a42a-4cfe-bc74-03f595e56f6e" providerId="ADAL" clId="{A4F729B7-9726-423E-8E9F-95ACDEF7B8F5}" dt="2025-02-28T14:07:53.282" v="256" actId="20577"/>
        <pc:sldMkLst>
          <pc:docMk/>
          <pc:sldMk cId="4037537392" sldId="288"/>
        </pc:sldMkLst>
      </pc:sldChg>
    </pc:docChg>
  </pc:docChgLst>
  <pc:docChgLst>
    <pc:chgData name="Sam O'Neill" userId="cb323814-a42a-4cfe-bc74-03f595e56f6e" providerId="ADAL" clId="{EE38C5BB-5442-47D2-B77B-F9411AE41DC8}"/>
    <pc:docChg chg="undo custSel addSld delSld modSld sldOrd">
      <pc:chgData name="Sam O'Neill" userId="cb323814-a42a-4cfe-bc74-03f595e56f6e" providerId="ADAL" clId="{EE38C5BB-5442-47D2-B77B-F9411AE41DC8}" dt="2025-11-27T13:02:23.306" v="199" actId="20577"/>
      <pc:docMkLst>
        <pc:docMk/>
      </pc:docMkLst>
      <pc:sldChg chg="modSp mod">
        <pc:chgData name="Sam O'Neill" userId="cb323814-a42a-4cfe-bc74-03f595e56f6e" providerId="ADAL" clId="{EE38C5BB-5442-47D2-B77B-F9411AE41DC8}" dt="2025-11-27T12:59:31.391" v="20" actId="5793"/>
        <pc:sldMkLst>
          <pc:docMk/>
          <pc:sldMk cId="637094896" sldId="282"/>
        </pc:sldMkLst>
        <pc:spChg chg="mod">
          <ac:chgData name="Sam O'Neill" userId="cb323814-a42a-4cfe-bc74-03f595e56f6e" providerId="ADAL" clId="{EE38C5BB-5442-47D2-B77B-F9411AE41DC8}" dt="2025-11-27T12:59:31.391" v="20" actId="5793"/>
          <ac:spMkLst>
            <pc:docMk/>
            <pc:sldMk cId="637094896" sldId="282"/>
            <ac:spMk id="4" creationId="{10824B4C-1689-48F9-9163-86902E954DFC}"/>
          </ac:spMkLst>
        </pc:spChg>
      </pc:sldChg>
      <pc:sldChg chg="modSp add mod">
        <pc:chgData name="Sam O'Neill" userId="cb323814-a42a-4cfe-bc74-03f595e56f6e" providerId="ADAL" clId="{EE38C5BB-5442-47D2-B77B-F9411AE41DC8}" dt="2025-11-27T13:02:23.306" v="199" actId="20577"/>
        <pc:sldMkLst>
          <pc:docMk/>
          <pc:sldMk cId="312644080" sldId="287"/>
        </pc:sldMkLst>
        <pc:spChg chg="mod">
          <ac:chgData name="Sam O'Neill" userId="cb323814-a42a-4cfe-bc74-03f595e56f6e" providerId="ADAL" clId="{EE38C5BB-5442-47D2-B77B-F9411AE41DC8}" dt="2025-11-27T13:01:37.165" v="99" actId="20577"/>
          <ac:spMkLst>
            <pc:docMk/>
            <pc:sldMk cId="312644080" sldId="287"/>
            <ac:spMk id="2" creationId="{7BE75190-407C-E8F6-AF34-49B33A45C2C5}"/>
          </ac:spMkLst>
        </pc:spChg>
        <pc:spChg chg="mod">
          <ac:chgData name="Sam O'Neill" userId="cb323814-a42a-4cfe-bc74-03f595e56f6e" providerId="ADAL" clId="{EE38C5BB-5442-47D2-B77B-F9411AE41DC8}" dt="2025-11-27T13:02:23.306" v="199" actId="20577"/>
          <ac:spMkLst>
            <pc:docMk/>
            <pc:sldMk cId="312644080" sldId="287"/>
            <ac:spMk id="3" creationId="{49F09417-FF4A-0E04-ECC4-26F008196FC8}"/>
          </ac:spMkLst>
        </pc:spChg>
      </pc:sldChg>
      <pc:sldChg chg="del ord">
        <pc:chgData name="Sam O'Neill" userId="cb323814-a42a-4cfe-bc74-03f595e56f6e" providerId="ADAL" clId="{EE38C5BB-5442-47D2-B77B-F9411AE41DC8}" dt="2025-11-27T13:01:14.143" v="23" actId="2696"/>
        <pc:sldMkLst>
          <pc:docMk/>
          <pc:sldMk cId="3301176032" sldId="287"/>
        </pc:sldMkLst>
      </pc:sldChg>
      <pc:sldChg chg="modSp mod">
        <pc:chgData name="Sam O'Neill" userId="cb323814-a42a-4cfe-bc74-03f595e56f6e" providerId="ADAL" clId="{EE38C5BB-5442-47D2-B77B-F9411AE41DC8}" dt="2025-11-27T13:01:30.778" v="83" actId="5793"/>
        <pc:sldMkLst>
          <pc:docMk/>
          <pc:sldMk cId="1061380125" sldId="298"/>
        </pc:sldMkLst>
        <pc:spChg chg="mod">
          <ac:chgData name="Sam O'Neill" userId="cb323814-a42a-4cfe-bc74-03f595e56f6e" providerId="ADAL" clId="{EE38C5BB-5442-47D2-B77B-F9411AE41DC8}" dt="2025-11-27T13:01:30.778" v="83" actId="5793"/>
          <ac:spMkLst>
            <pc:docMk/>
            <pc:sldMk cId="1061380125" sldId="298"/>
            <ac:spMk id="3" creationId="{E15A0D4D-26CB-945F-4C31-20C60BCFA851}"/>
          </ac:spMkLst>
        </pc:spChg>
      </pc:sldChg>
    </pc:docChg>
  </pc:docChgLst>
  <pc:docChgLst>
    <pc:chgData name="Sam O'Neill" userId="cb323814-a42a-4cfe-bc74-03f595e56f6e" providerId="ADAL" clId="{1FEB136C-0F43-4080-817D-81EC3EB0E164}"/>
    <pc:docChg chg="custSel addSld modSld">
      <pc:chgData name="Sam O'Neill" userId="cb323814-a42a-4cfe-bc74-03f595e56f6e" providerId="ADAL" clId="{1FEB136C-0F43-4080-817D-81EC3EB0E164}" dt="2025-02-28T10:57:24.833" v="886" actId="20577"/>
      <pc:docMkLst>
        <pc:docMk/>
      </pc:docMkLst>
      <pc:sldChg chg="modSp new mod modAnim">
        <pc:chgData name="Sam O'Neill" userId="cb323814-a42a-4cfe-bc74-03f595e56f6e" providerId="ADAL" clId="{1FEB136C-0F43-4080-817D-81EC3EB0E164}" dt="2025-02-28T10:50:01.134" v="380"/>
        <pc:sldMkLst>
          <pc:docMk/>
          <pc:sldMk cId="870243293" sldId="303"/>
        </pc:sldMkLst>
      </pc:sldChg>
      <pc:sldChg chg="modSp new mod">
        <pc:chgData name="Sam O'Neill" userId="cb323814-a42a-4cfe-bc74-03f595e56f6e" providerId="ADAL" clId="{1FEB136C-0F43-4080-817D-81EC3EB0E164}" dt="2025-02-28T10:50:57.933" v="408" actId="5793"/>
        <pc:sldMkLst>
          <pc:docMk/>
          <pc:sldMk cId="2905958295" sldId="304"/>
        </pc:sldMkLst>
      </pc:sldChg>
      <pc:sldChg chg="modSp new mod">
        <pc:chgData name="Sam O'Neill" userId="cb323814-a42a-4cfe-bc74-03f595e56f6e" providerId="ADAL" clId="{1FEB136C-0F43-4080-817D-81EC3EB0E164}" dt="2025-02-28T10:57:24.833" v="886" actId="20577"/>
        <pc:sldMkLst>
          <pc:docMk/>
          <pc:sldMk cId="331875272" sldId="305"/>
        </pc:sldMkLst>
      </pc:sldChg>
      <pc:sldChg chg="modSp new mod">
        <pc:chgData name="Sam O'Neill" userId="cb323814-a42a-4cfe-bc74-03f595e56f6e" providerId="ADAL" clId="{1FEB136C-0F43-4080-817D-81EC3EB0E164}" dt="2025-02-28T10:56:49.651" v="820" actId="20577"/>
        <pc:sldMkLst>
          <pc:docMk/>
          <pc:sldMk cId="1389367329" sldId="306"/>
        </pc:sldMkLst>
      </pc:sldChg>
    </pc:docChg>
  </pc:docChgLst>
  <pc:docChgLst>
    <pc:chgData name="Sam O'Neill" userId="cb323814-a42a-4cfe-bc74-03f595e56f6e" providerId="ADAL" clId="{173EE223-E432-4C43-B7AB-F9D3BBB4B6D2}"/>
    <pc:docChg chg="undo custSel addSld delSld modSld modMainMaster">
      <pc:chgData name="Sam O'Neill" userId="cb323814-a42a-4cfe-bc74-03f595e56f6e" providerId="ADAL" clId="{173EE223-E432-4C43-B7AB-F9D3BBB4B6D2}" dt="2024-03-12T15:15:52.447" v="2514" actId="20577"/>
      <pc:docMkLst>
        <pc:docMk/>
      </pc:docMkLst>
      <pc:sldChg chg="modSp mod">
        <pc:chgData name="Sam O'Neill" userId="cb323814-a42a-4cfe-bc74-03f595e56f6e" providerId="ADAL" clId="{173EE223-E432-4C43-B7AB-F9D3BBB4B6D2}" dt="2024-03-12T13:34:30.033" v="2328" actId="6549"/>
        <pc:sldMkLst>
          <pc:docMk/>
          <pc:sldMk cId="3908238544" sldId="256"/>
        </pc:sldMkLst>
      </pc:sldChg>
      <pc:sldChg chg="modSp">
        <pc:chgData name="Sam O'Neill" userId="cb323814-a42a-4cfe-bc74-03f595e56f6e" providerId="ADAL" clId="{173EE223-E432-4C43-B7AB-F9D3BBB4B6D2}" dt="2024-03-12T13:34:38.638" v="2329" actId="20577"/>
        <pc:sldMkLst>
          <pc:docMk/>
          <pc:sldMk cId="2697978442" sldId="284"/>
        </pc:sldMkLst>
      </pc:sldChg>
      <pc:sldChg chg="modSp">
        <pc:chgData name="Sam O'Neill" userId="cb323814-a42a-4cfe-bc74-03f595e56f6e" providerId="ADAL" clId="{173EE223-E432-4C43-B7AB-F9D3BBB4B6D2}" dt="2024-03-12T13:31:33.940" v="2303" actId="20577"/>
        <pc:sldMkLst>
          <pc:docMk/>
          <pc:sldMk cId="1676095479" sldId="285"/>
        </pc:sldMkLst>
      </pc:sldChg>
      <pc:sldChg chg="modSp mod">
        <pc:chgData name="Sam O'Neill" userId="cb323814-a42a-4cfe-bc74-03f595e56f6e" providerId="ADAL" clId="{173EE223-E432-4C43-B7AB-F9D3BBB4B6D2}" dt="2024-03-12T13:47:16.100" v="2346" actId="20577"/>
        <pc:sldMkLst>
          <pc:docMk/>
          <pc:sldMk cId="4037537392" sldId="288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4153783308" sldId="289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353679951" sldId="290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025267776" sldId="291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309859169" sldId="292"/>
        </pc:sldMkLst>
      </pc:sldChg>
      <pc:sldChg chg="modSp mod">
        <pc:chgData name="Sam O'Neill" userId="cb323814-a42a-4cfe-bc74-03f595e56f6e" providerId="ADAL" clId="{173EE223-E432-4C43-B7AB-F9D3BBB4B6D2}" dt="2024-03-12T13:47:26.844" v="2351"/>
        <pc:sldMkLst>
          <pc:docMk/>
          <pc:sldMk cId="3918365380" sldId="293"/>
        </pc:sldMkLst>
      </pc:sldChg>
      <pc:sldChg chg="addSp delSp modSp mod">
        <pc:chgData name="Sam O'Neill" userId="cb323814-a42a-4cfe-bc74-03f595e56f6e" providerId="ADAL" clId="{173EE223-E432-4C43-B7AB-F9D3BBB4B6D2}" dt="2024-03-12T13:47:40.473" v="2355" actId="1076"/>
        <pc:sldMkLst>
          <pc:docMk/>
          <pc:sldMk cId="439744540" sldId="294"/>
        </pc:sldMkLst>
      </pc:sldChg>
      <pc:sldChg chg="modSp mod">
        <pc:chgData name="Sam O'Neill" userId="cb323814-a42a-4cfe-bc74-03f595e56f6e" providerId="ADAL" clId="{173EE223-E432-4C43-B7AB-F9D3BBB4B6D2}" dt="2024-03-12T12:35:21.095" v="622" actId="20577"/>
        <pc:sldMkLst>
          <pc:docMk/>
          <pc:sldMk cId="2537939531" sldId="295"/>
        </pc:sldMkLst>
      </pc:sldChg>
      <pc:sldChg chg="modSp del mod">
        <pc:chgData name="Sam O'Neill" userId="cb323814-a42a-4cfe-bc74-03f595e56f6e" providerId="ADAL" clId="{173EE223-E432-4C43-B7AB-F9D3BBB4B6D2}" dt="2024-03-12T15:08:14.615" v="2385" actId="47"/>
        <pc:sldMkLst>
          <pc:docMk/>
          <pc:sldMk cId="2133918021" sldId="296"/>
        </pc:sldMkLst>
      </pc:sldChg>
      <pc:sldChg chg="addSp delSp modSp mod">
        <pc:chgData name="Sam O'Neill" userId="cb323814-a42a-4cfe-bc74-03f595e56f6e" providerId="ADAL" clId="{173EE223-E432-4C43-B7AB-F9D3BBB4B6D2}" dt="2024-03-12T15:15:52.447" v="2514" actId="20577"/>
        <pc:sldMkLst>
          <pc:docMk/>
          <pc:sldMk cId="2746120984" sldId="297"/>
        </pc:sldMkLst>
      </pc:sldChg>
      <pc:sldChg chg="delSp modSp mod">
        <pc:chgData name="Sam O'Neill" userId="cb323814-a42a-4cfe-bc74-03f595e56f6e" providerId="ADAL" clId="{173EE223-E432-4C43-B7AB-F9D3BBB4B6D2}" dt="2024-03-12T12:12:51.981" v="426" actId="20577"/>
        <pc:sldMkLst>
          <pc:docMk/>
          <pc:sldMk cId="1061380125" sldId="298"/>
        </pc:sldMkLst>
      </pc:sldChg>
      <pc:sldChg chg="modSp new mod">
        <pc:chgData name="Sam O'Neill" userId="cb323814-a42a-4cfe-bc74-03f595e56f6e" providerId="ADAL" clId="{173EE223-E432-4C43-B7AB-F9D3BBB4B6D2}" dt="2024-03-12T13:48:31.039" v="2362" actId="20577"/>
        <pc:sldMkLst>
          <pc:docMk/>
          <pc:sldMk cId="499500191" sldId="299"/>
        </pc:sldMkLst>
      </pc:sldChg>
      <pc:sldChg chg="modSp add mod">
        <pc:chgData name="Sam O'Neill" userId="cb323814-a42a-4cfe-bc74-03f595e56f6e" providerId="ADAL" clId="{173EE223-E432-4C43-B7AB-F9D3BBB4B6D2}" dt="2024-03-12T13:46:44.593" v="2336" actId="20577"/>
        <pc:sldMkLst>
          <pc:docMk/>
          <pc:sldMk cId="2085551775" sldId="300"/>
        </pc:sldMkLst>
      </pc:sldChg>
      <pc:sldChg chg="modSp new mod">
        <pc:chgData name="Sam O'Neill" userId="cb323814-a42a-4cfe-bc74-03f595e56f6e" providerId="ADAL" clId="{173EE223-E432-4C43-B7AB-F9D3BBB4B6D2}" dt="2024-03-12T13:49:37.981" v="2384" actId="27636"/>
        <pc:sldMkLst>
          <pc:docMk/>
          <pc:sldMk cId="2155321502" sldId="301"/>
        </pc:sldMkLst>
      </pc:sldChg>
      <pc:sldChg chg="modSp add mod">
        <pc:chgData name="Sam O'Neill" userId="cb323814-a42a-4cfe-bc74-03f595e56f6e" providerId="ADAL" clId="{173EE223-E432-4C43-B7AB-F9D3BBB4B6D2}" dt="2024-03-12T15:10:39.177" v="2512" actId="6549"/>
        <pc:sldMkLst>
          <pc:docMk/>
          <pc:sldMk cId="1256561333" sldId="302"/>
        </pc:sldMkLst>
      </pc:sldChg>
      <pc:sldMasterChg chg="modSldLayout">
        <pc:chgData name="Sam O'Neill" userId="cb323814-a42a-4cfe-bc74-03f595e56f6e" providerId="ADAL" clId="{173EE223-E432-4C43-B7AB-F9D3BBB4B6D2}" dt="2024-03-12T10:54:56.215" v="164" actId="14100"/>
        <pc:sldMasterMkLst>
          <pc:docMk/>
          <pc:sldMasterMk cId="2371654629" sldId="2147483648"/>
        </pc:sldMasterMkLst>
        <pc:sldLayoutChg chg="modSp mod">
          <pc:chgData name="Sam O'Neill" userId="cb323814-a42a-4cfe-bc74-03f595e56f6e" providerId="ADAL" clId="{173EE223-E432-4C43-B7AB-F9D3BBB4B6D2}" dt="2024-03-12T10:54:56.215" v="164" actId="14100"/>
          <pc:sldLayoutMkLst>
            <pc:docMk/>
            <pc:sldMasterMk cId="2371654629" sldId="2147483648"/>
            <pc:sldLayoutMk cId="3486398263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A7F51-85EB-4ADE-87A9-25326B6F5715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023C0-102F-44C4-AC02-61E31C6A2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96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947D-CD6A-4123-8861-8871A01A5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CC3AE-4B9A-4DA2-BAD6-827EA0B6D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17C0-5256-4F0F-ADBB-D55B5C49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3A57-C56C-427C-8CAF-01E71373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863E-C4C0-4674-9CB8-9F09066B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08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EB1D-CEA1-48EC-BEC2-8B472C2F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9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A911-09FE-4435-BA42-EE59C67F5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D201-EB86-4C9A-9059-4CEB1381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5E65-5675-4E42-B1EE-A22F70B0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31AF-1E26-4EA1-8945-6A751C7A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39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0210-448A-446C-9782-2D94ECD0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FE027-85E2-45F1-A5D3-91529937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B7E22-9043-4BA2-97C8-6655DAC4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B8E2-5B43-4A59-BDD1-ADBE5F87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33278-C667-4CB7-AA9D-23F41A75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40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FA1A-E5A3-436D-9161-5808F2BC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2FE2-4752-4B1F-9823-34B68F713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95239-28BF-40C9-BF4C-C2076426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529F9-B56D-422A-B8D6-3C415F7B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416C9-C5DF-413C-8593-CB2480AA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DD3F9-CACF-45BD-B846-B679188D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B43A-F098-4777-955F-3697E45D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1A49-0A3B-4BC5-ABD1-E2688063A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2AC55-BDCB-4184-9731-5AC66560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92BED-BCE1-4843-9FA1-C00032E9F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CB134-C406-4995-ACC3-04836E50D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D828B-47A7-4D2D-88B2-A8312245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C6848-4676-43E1-BA3A-4A96FF13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A8999-4088-4D16-AA11-B3AA9684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48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A7F8-B16C-4621-8164-CE24A315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56604-64D3-4240-8619-D1EB8D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084AA-428B-4BDA-9048-3150999E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2E0C2-9F2E-42E9-B840-E2EB6396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78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C4486-3E97-4E2B-8F8F-D581A623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DE894-7037-4B14-A0F1-4FB5B536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199D2-F004-4F7D-8CED-8A575A21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3FE4-2C98-4960-9026-E20FF630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D994-4B2E-407A-95F5-40CCB600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6CE70-0141-4C5D-B2EC-86F87BADB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6EB-14C4-4CF8-BDD8-DA7D7BBC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3743-AE1C-42B5-9AB2-86B6530C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7B2C7-945B-459D-BEF6-C9B612A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2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8AD5-FD76-41B3-821E-4285A5774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CA15F-B4D6-4EC8-8637-81B0A51E8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0D130-99F9-4B6C-8882-FE115DFD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1D1A3-B66A-4F2E-9F93-94389737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4CF7C-CA2D-4ED9-82F9-2BAD99C7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A5F0-A66B-4A24-BD46-2544A984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40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FB46-109C-4240-99E5-DE9DA1D8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52EF6-5C2B-4054-A490-198C16F21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2837-E5DF-45FF-9040-4E1BFBF5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A624-D1D8-45E8-BA53-EA1378D6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4FFA-C552-4962-BA7B-7B837E69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0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7C3DB-7592-44C2-AB11-ABBA3A5F4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597E-F4B3-4102-AC14-FA1C5A820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B4961-5723-4C50-B8AC-B23DD146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BF1A5-D7AA-4774-AD63-B136A3B7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0192-57A4-4A64-B9F6-C2D29A03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80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2C3E0-C4D4-49EF-9690-A7C0551F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23C0-9D58-4F85-B7C8-AE0C85D70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DA6E-ECF5-4F6E-8760-7E83E4C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E1D91-9719-4FFE-A5C2-39B3FA97F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0E70-6D66-4587-8727-10ED052C3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57489B84-0A7C-476A-A65A-E6A9D297D2F2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37165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.uwaterloo.ca/~bico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C5CX8drAtU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tsallis.github.io/operational_research/lab/index.html?path=Lectures/Semester%201/Week%2009%20-%20Travelling%20Salesman%20Problem/2%20Lecture%20Demos/1%20TSP%20with%20Pyomo.ipynb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ChnXG6uly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846-730F-45FA-86C4-527E755F5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Travelling Salesman Problem</a:t>
            </a:r>
            <a:endParaRPr lang="en-GB" sz="4000"/>
          </a:p>
        </p:txBody>
      </p:sp>
      <p:pic>
        <p:nvPicPr>
          <p:cNvPr id="3" name="Picture 2" descr="Image result for travelling salesman problem&quot;">
            <a:extLst>
              <a:ext uri="{FF2B5EF4-FFF2-40B4-BE49-F238E27FC236}">
                <a16:creationId xmlns:a16="http://schemas.microsoft.com/office/drawing/2014/main" id="{5CCCCD81-1ED3-4F1B-A9E5-C78FB34E8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312" y="3676217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23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cities and the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>
                    <a:cs typeface="Courier New" panose="02070309020205020404" pitchFamily="49" charset="0"/>
                  </a:rPr>
                  <a:t> of travelling between each pair of cities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r>
                  <a:rPr lang="en-GB" i="1">
                    <a:cs typeface="Courier New" panose="02070309020205020404" pitchFamily="49" charset="0"/>
                  </a:rPr>
                  <a:t>.</a:t>
                </a:r>
              </a:p>
              <a:p>
                <a:pPr marL="0" indent="0">
                  <a:buNone/>
                </a:pPr>
                <a:br>
                  <a:rPr lang="en-GB" i="1">
                    <a:cs typeface="Courier New" panose="02070309020205020404" pitchFamily="49" charset="0"/>
                  </a:rPr>
                </a:br>
                <a:r>
                  <a:rPr lang="en-GB">
                    <a:cs typeface="Courier New" panose="02070309020205020404" pitchFamily="49" charset="0"/>
                  </a:rPr>
                  <a:t>Find the cheapest way of visiting all cities and returning to your starting point.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1850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The Problem</a:t>
            </a:r>
          </a:p>
        </p:txBody>
      </p:sp>
      <p:pic>
        <p:nvPicPr>
          <p:cNvPr id="5" name="Picture 4" descr="Image result for travelling salesman problem&quot;">
            <a:extLst>
              <a:ext uri="{FF2B5EF4-FFF2-40B4-BE49-F238E27FC236}">
                <a16:creationId xmlns:a16="http://schemas.microsoft.com/office/drawing/2014/main" id="{D0F68BD7-B72D-426C-AA4C-D4B4EF0F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257" y="3509963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60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Starting point given. How many routes are there?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Let’s say we have 4 cities, look at the following two routes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Do these cost the same or are they different?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They cost the same (the costs are symmetric,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GB" dirty="0">
                    <a:cs typeface="Courier New" panose="02070309020205020404" pitchFamily="49" charset="0"/>
                  </a:rPr>
                  <a:t>), therefore we treat them as the same route.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2836" b="-38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93534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From our starting point, how many choices do we have for the next city?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3=4−1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For our next city?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Thus, we have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3!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possible routes? Are we done?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No, you can go in either direction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Divide by 2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3!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638" t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69797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In general, we have to compare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!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>
                    <a:cs typeface="Courier New" panose="02070309020205020404" pitchFamily="49" charset="0"/>
                  </a:rPr>
                  <a:t> routes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So, a brute force algorithm will be of order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!)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That is, the time taken grows roughly like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increases! 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Ouch!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67609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4015-C062-E2F4-8EE1-5F442961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Numbers…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“It would take a laptop 1,000 years to compute the most efficient route between 22 cities.”</a:t>
                </a:r>
              </a:p>
              <a:p>
                <a:pPr marL="0" indent="0">
                  <a:buNone/>
                </a:pPr>
                <a:r>
                  <a:rPr lang="en-GB" dirty="0"/>
                  <a:t>					Washington Post - Feb 5</a:t>
                </a:r>
                <a:r>
                  <a:rPr lang="en-GB" baseline="30000" dirty="0"/>
                  <a:t>th</a:t>
                </a:r>
                <a:r>
                  <a:rPr lang="en-GB" dirty="0"/>
                  <a:t> , 2018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25,545,471,085,854,720,000 undirected tours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partly right, what does it assume?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assumes brute force is the only way to compute this!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24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F1D9-DFDA-F348-1D9B-6A7F2D5D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NP-Complete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In its yes/no form (is there a tour of length at most L?) the TSP is in NP: Nondeterministic Polynomial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NP bit means that a proposed solution can be checked in polynomial time, 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Complete bit means it is among the hardest problems in NP: a polynomial-time algorithm for it would give one for every problem in NP. None is known. Finding the shortest tour is NP-hard.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Sudoku (on n² × n² grids) is also NP-complete.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6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𝑁𝑃?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4C2D-C91B-8277-C261-1163F37BF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$1,000,000 Millennium Problem</a:t>
            </a:r>
          </a:p>
          <a:p>
            <a:endParaRPr lang="en-GB" dirty="0"/>
          </a:p>
          <a:p>
            <a:r>
              <a:rPr lang="en-GB" dirty="0"/>
              <a:t>An algorithm that solves TSP in polynomial time would win you $1,000,000.</a:t>
            </a:r>
          </a:p>
        </p:txBody>
      </p:sp>
    </p:spTree>
    <p:extLst>
      <p:ext uri="{BB962C8B-B14F-4D97-AF65-F5344CB8AC3E}">
        <p14:creationId xmlns:p14="http://schemas.microsoft.com/office/powerpoint/2010/main" val="33187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Routing/Timetabling/Scheduling</a:t>
            </a:r>
          </a:p>
          <a:p>
            <a:r>
              <a:rPr lang="en-GB">
                <a:cs typeface="Courier New" panose="02070309020205020404" pitchFamily="49" charset="0"/>
              </a:rPr>
              <a:t>Bus Routes</a:t>
            </a:r>
          </a:p>
          <a:p>
            <a:r>
              <a:rPr lang="en-GB">
                <a:cs typeface="Courier New" panose="02070309020205020404" pitchFamily="49" charset="0"/>
              </a:rPr>
              <a:t>Service Calls by BT/Sky</a:t>
            </a: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Manufacturing Process</a:t>
            </a:r>
          </a:p>
          <a:p>
            <a:r>
              <a:rPr lang="en-GB">
                <a:cs typeface="Courier New" panose="02070309020205020404" pitchFamily="49" charset="0"/>
              </a:rPr>
              <a:t>Drilling the holes in a circuit board, in which order does the machine do this?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1406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53340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Florida Sun-Sentinel presented the following article on 20 December 1998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cs typeface="Courier New" panose="02070309020205020404" pitchFamily="49" charset="0"/>
              </a:rPr>
              <a:t>TSP in the news…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8786D7-42B0-4D00-BD2F-D00CCD53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786" y="119758"/>
            <a:ext cx="554432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University Professor, Combinatorics and Optimization, University of Waterloo</a:t>
            </a:r>
            <a:endParaRPr lang="en-GB">
              <a:hlinkClick r:id="rId2"/>
            </a:endParaRPr>
          </a:p>
          <a:p>
            <a:pPr marL="0" indent="0">
              <a:buNone/>
            </a:pPr>
            <a:endParaRPr lang="en-GB">
              <a:hlinkClick r:id="rId2"/>
            </a:endParaRPr>
          </a:p>
          <a:p>
            <a:pPr marL="0" indent="0">
              <a:buNone/>
            </a:pPr>
            <a:r>
              <a:rPr lang="en-GB">
                <a:hlinkClick r:id="rId2"/>
              </a:rPr>
              <a:t>https://www.math.uwaterloo.ca/~bico/</a:t>
            </a: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He has written several books and given excellent presentations on the TSP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Well worth a look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William Cook</a:t>
            </a:r>
          </a:p>
        </p:txBody>
      </p:sp>
    </p:spTree>
    <p:extLst>
      <p:ext uri="{BB962C8B-B14F-4D97-AF65-F5344CB8AC3E}">
        <p14:creationId xmlns:p14="http://schemas.microsoft.com/office/powerpoint/2010/main" val="126917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= 1 if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/>
                  <a:t> connecting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i="0" dirty="0"/>
                  <a:t> and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b="0" i="0" dirty="0"/>
                  <a:t> is used (0 otherwise),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be the cost of that edge.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b="0" i="0" dirty="0"/>
                  <a:t> is the set of all pairs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/>
                  <a:t>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b="0" i="0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/>
                  <a:t>Then </a:t>
                </a:r>
                <a:r>
                  <a:rPr lang="en-GB" b="0" i="0"/>
                  <a:t>we could try and model the problem as:</a:t>
                </a:r>
                <a:endParaRPr lang="en-GB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/>
                  <a:t>Why is this formulation wrong?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65" b="-1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53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677-C0CE-A6D8-EC0F-3294992F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Introduce dummy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∈{2,…,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/>
                  <a:t> that track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visited.</a:t>
                </a:r>
              </a:p>
              <a:p>
                <a:endParaRPr lang="en-GB"/>
              </a:p>
              <a:p>
                <a:pPr marL="0" indent="0">
                  <a:buNone/>
                </a:pPr>
                <a:r>
                  <a:rPr lang="en-GB"/>
                  <a:t>Then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(that is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is chosen)</a:t>
                </a:r>
              </a:p>
              <a:p>
                <a:pPr lvl="1"/>
                <a:r>
                  <a:rPr lang="en-GB"/>
                  <a:t>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/>
              </a:p>
              <a:p>
                <a:pPr lvl="1"/>
                <a:r>
                  <a:rPr lang="en-GB"/>
                  <a:t>Hence,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 which can be written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lvl="1"/>
                <a:endParaRPr lang="en-GB"/>
              </a:p>
              <a:p>
                <a:pPr marL="0" indent="0">
                  <a:buNone/>
                </a:pPr>
                <a:r>
                  <a:rPr lang="en-GB"/>
                  <a:t>The following constraints do this.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93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/>
                  <a:t>The incoming and outgoing constraints mean that for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Which is the same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Hence selecting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means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visited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r>
                  <a:rPr lang="en-GB"/>
                  <a:t>This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Why? Consider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a contradiction.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68" b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12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/>
                  <a:t>We can continue this reasoning.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(i.e. we leave city 1).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…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/>
                  <a:t>Once this sequence is in place.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  i.e. some edge enters city 1.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valid as we did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/>
                  <a:t>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2C6A-53AF-B33B-8F38-4B3CD04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>
                <a:effectLst/>
                <a:latin typeface="+mn-lt"/>
              </a:rPr>
              <a:t>Miller-Tucker-</a:t>
            </a:r>
            <a:r>
              <a:rPr lang="en-GB" b="0" i="0" err="1">
                <a:effectLst/>
                <a:latin typeface="+mn-lt"/>
              </a:rPr>
              <a:t>Zemlin</a:t>
            </a:r>
            <a:r>
              <a:rPr lang="en-GB" b="0" i="0">
                <a:effectLst/>
                <a:latin typeface="+mn-lt"/>
              </a:rPr>
              <a:t> (MTZ) Formulation</a:t>
            </a:r>
            <a:endParaRPr lang="en-GB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/>
                </a:b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500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8F43-BBF9-8658-BE48-3C132FE2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79753"/>
          </a:xfrm>
        </p:spPr>
        <p:txBody>
          <a:bodyPr>
            <a:normAutofit fontScale="90000"/>
          </a:bodyPr>
          <a:lstStyle/>
          <a:p>
            <a:r>
              <a:rPr lang="en-GB" err="1"/>
              <a:t>Pyomo</a:t>
            </a:r>
            <a:r>
              <a:rPr lang="en-GB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0D4D-26CB-945F-4C31-20C60BCFA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09, 2 Lecture Demos, </a:t>
            </a:r>
            <a:r>
              <a:rPr lang="en-GB" dirty="0" err="1"/>
              <a:t>1 TSP with Pyomo.ipynb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also download it and run it in Google Colab or Anaconda.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try and solve larger and larger problems…</a:t>
            </a:r>
          </a:p>
        </p:txBody>
      </p:sp>
    </p:spTree>
    <p:extLst>
      <p:ext uri="{BB962C8B-B14F-4D97-AF65-F5344CB8AC3E}">
        <p14:creationId xmlns:p14="http://schemas.microsoft.com/office/powerpoint/2010/main" val="106138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190-407C-E8F6-AF34-49B33A45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9417-FF4A-0E04-ECC4-26F00819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search for a </a:t>
            </a:r>
            <a:r>
              <a:rPr lang="en-GB" b="1" dirty="0"/>
              <a:t>good </a:t>
            </a:r>
            <a:r>
              <a:rPr lang="en-GB"/>
              <a:t>sub-optimal solution.</a:t>
            </a:r>
            <a:endParaRPr lang="en-GB" dirty="0"/>
          </a:p>
          <a:p>
            <a:pPr marL="0" indent="0">
              <a:buNone/>
            </a:pPr>
            <a:endParaRPr lang="en-GB" dirty="0">
              <a:hlinkClick r:id="rId2"/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Traveling Salesman Problem Visualization - YouTube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4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F4B8-281B-D58A-F63A-73D813DE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FC72-6B83-9B81-043E-2465DA5C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Please use the </a:t>
            </a:r>
            <a:r>
              <a:rPr lang="en-GB" b="0" i="0" err="1">
                <a:solidFill>
                  <a:srgbClr val="262626"/>
                </a:solidFill>
                <a:effectLst/>
              </a:rPr>
              <a:t>ipynb</a:t>
            </a:r>
            <a:r>
              <a:rPr lang="en-GB" b="0" i="0">
                <a:solidFill>
                  <a:srgbClr val="262626"/>
                </a:solidFill>
                <a:effectLst/>
              </a:rPr>
              <a:t> notebook to investigate the travelling salesman problem (TSP) - </a:t>
            </a:r>
            <a:r>
              <a:rPr lang="en-GB" b="0" i="0" u="sng">
                <a:solidFill>
                  <a:srgbClr val="2075A3"/>
                </a:solidFill>
                <a:effectLst/>
                <a:hlinkClick r:id="rId2"/>
              </a:rPr>
              <a:t>1 TSP with Pyomo.ipynb on the course site</a:t>
            </a:r>
            <a:endParaRPr lang="en-GB" b="0" i="0">
              <a:solidFill>
                <a:srgbClr val="262626"/>
              </a:solidFill>
              <a:effectLst/>
            </a:endParaRP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You should try out the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Increase the problem size, when does it become unreasonable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Try messing around with the parameters of the genetic algorithm, such as mutation, crossover and population. Can you solve larger TSP problems than the MILP can?</a:t>
            </a:r>
          </a:p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I would like you to do some research on the travelling salesman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Why is it hard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NP-hard?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combinatorial optimisation?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2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178E-721A-9A17-A826-A30D3A3A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must watch video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1B0C-76AC-093C-B094-80841CEEA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Math Encounters: "Optimal Tours: The Traveling Salesman Problem" with Bill Cook on August 4,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95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A3E9C8-CBFB-447B-8CA4-7FD3F71E8F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38CBC-69E7-494D-A8CA-214500AFCE30}">
  <ds:schemaRefs>
    <ds:schemaRef ds:uri="606370cc-c8d9-4222-8a4e-3c320f1e3034"/>
    <ds:schemaRef ds:uri="bf6b85bd-8a7e-4854-be4d-07803822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BA966B-AB4E-4653-8BA0-D9EC6FE9B1E2}">
  <ds:schemaRefs>
    <ds:schemaRef ds:uri="606370cc-c8d9-4222-8a4e-3c320f1e3034"/>
    <ds:schemaRef ds:uri="bf6b85bd-8a7e-4854-be4d-0780382295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1174</Words>
  <Application>Microsoft Office PowerPoint</Application>
  <PresentationFormat>Widescreen</PresentationFormat>
  <Paragraphs>166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Office Theme</vt:lpstr>
      <vt:lpstr>Travelling Salesman Problem</vt:lpstr>
      <vt:lpstr>PowerPoint Presentation</vt:lpstr>
      <vt:lpstr>PowerPoint Presentation</vt:lpstr>
      <vt:lpstr>PowerPoint Presentation</vt:lpstr>
      <vt:lpstr>PowerPoint Presentation</vt:lpstr>
      <vt:lpstr>Some Numbers…</vt:lpstr>
      <vt:lpstr>NP-Complete </vt:lpstr>
      <vt:lpstr>P≠NP</vt:lpstr>
      <vt:lpstr>PowerPoint Presentation</vt:lpstr>
      <vt:lpstr>PowerPoint Presentation</vt:lpstr>
      <vt:lpstr>PowerPoint Presentation</vt:lpstr>
      <vt:lpstr>MILP</vt:lpstr>
      <vt:lpstr>MILP</vt:lpstr>
      <vt:lpstr>Subtour example</vt:lpstr>
      <vt:lpstr>Solution</vt:lpstr>
      <vt:lpstr>Why does this work?</vt:lpstr>
      <vt:lpstr>Why does this work?</vt:lpstr>
      <vt:lpstr>Why does this work?</vt:lpstr>
      <vt:lpstr>Miller-Tucker-Zemlin (MTZ) Formulation</vt:lpstr>
      <vt:lpstr>Pyomo Code</vt:lpstr>
      <vt:lpstr>Heuristics</vt:lpstr>
      <vt:lpstr>Tutorial</vt:lpstr>
      <vt:lpstr>A must watch video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Travelling Salesman Problem</dc:title>
  <dc:creator>Sam O'Neill</dc:creator>
  <cp:lastModifiedBy>Sam O'Neill</cp:lastModifiedBy>
  <cp:revision>1</cp:revision>
  <dcterms:created xsi:type="dcterms:W3CDTF">2019-10-01T11:47:02Z</dcterms:created>
  <dcterms:modified xsi:type="dcterms:W3CDTF">2025-11-27T13:02:26Z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2019-10-01T15:54:59.5181981Z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2019-10-01T15:54:59.5181981Z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