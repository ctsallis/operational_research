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69" r:id="rId7"/>
    <p:sldId id="258" r:id="rId8"/>
    <p:sldId id="259" r:id="rId9"/>
    <p:sldId id="270" r:id="rId10"/>
    <p:sldId id="273" r:id="rId11"/>
    <p:sldId id="272" r:id="rId12"/>
    <p:sldId id="271" r:id="rId13"/>
    <p:sldId id="274" r:id="rId14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Light" panose="020F0302020204030204" pitchFamily="34" charset="0"/>
      <p:regular r:id="rId19"/>
      <p:italic r:id="rId20"/>
    </p:embeddedFont>
    <p:embeddedFont>
      <p:font typeface="Cambria Math" panose="02040503050406030204" pitchFamily="18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D80F23-31F4-4689-A62F-E41C4CAE70B7}" v="394" dt="2020-10-26T08:38:49.8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C8D80F23-31F4-4689-A62F-E41C4CAE70B7}"/>
    <pc:docChg chg="custSel modSld">
      <pc:chgData name="Sam O'Neill" userId="cb323814-a42a-4cfe-bc74-03f595e56f6e" providerId="ADAL" clId="{C8D80F23-31F4-4689-A62F-E41C4CAE70B7}" dt="2020-10-26T08:39:07.336" v="18" actId="22"/>
      <pc:docMkLst>
        <pc:docMk/>
      </pc:docMkLst>
      <pc:sldChg chg="addSp delSp mod">
        <pc:chgData name="Sam O'Neill" userId="cb323814-a42a-4cfe-bc74-03f595e56f6e" providerId="ADAL" clId="{C8D80F23-31F4-4689-A62F-E41C4CAE70B7}" dt="2020-10-26T08:38:39.946" v="14" actId="33639"/>
        <pc:sldMkLst>
          <pc:docMk/>
          <pc:sldMk cId="3619835730" sldId="256"/>
        </pc:sldMkLst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3619835730" sldId="256"/>
            <ac:inkMk id="4" creationId="{7859B7A0-6329-472A-9DDA-E2DD5DA913E6}"/>
          </ac:inkMkLst>
        </pc:inkChg>
      </pc:sldChg>
      <pc:sldChg chg="addSp delSp mod">
        <pc:chgData name="Sam O'Neill" userId="cb323814-a42a-4cfe-bc74-03f595e56f6e" providerId="ADAL" clId="{C8D80F23-31F4-4689-A62F-E41C4CAE70B7}" dt="2020-10-26T08:38:39.946" v="14" actId="33639"/>
        <pc:sldMkLst>
          <pc:docMk/>
          <pc:sldMk cId="3685770920" sldId="257"/>
        </pc:sldMkLst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3685770920" sldId="257"/>
            <ac:inkMk id="4" creationId="{76C79B3A-DD71-4C98-B691-06F5B52BDC78}"/>
          </ac:inkMkLst>
        </pc:inkChg>
      </pc:sldChg>
      <pc:sldChg chg="addSp delSp modSp mod">
        <pc:chgData name="Sam O'Neill" userId="cb323814-a42a-4cfe-bc74-03f595e56f6e" providerId="ADAL" clId="{C8D80F23-31F4-4689-A62F-E41C4CAE70B7}" dt="2020-10-26T08:38:39.946" v="14" actId="33639"/>
        <pc:sldMkLst>
          <pc:docMk/>
          <pc:sldMk cId="1217112950" sldId="258"/>
        </pc:sldMkLst>
        <pc:picChg chg="add mod">
          <ac:chgData name="Sam O'Neill" userId="cb323814-a42a-4cfe-bc74-03f595e56f6e" providerId="ADAL" clId="{C8D80F23-31F4-4689-A62F-E41C4CAE70B7}" dt="2020-10-23T08:06:41.198" v="2" actId="1076"/>
          <ac:picMkLst>
            <pc:docMk/>
            <pc:sldMk cId="1217112950" sldId="258"/>
            <ac:picMk id="3" creationId="{DB7AAC75-C3BA-4D7F-A573-D3C86D7C974F}"/>
          </ac:picMkLst>
        </pc:picChg>
        <pc:picChg chg="del">
          <ac:chgData name="Sam O'Neill" userId="cb323814-a42a-4cfe-bc74-03f595e56f6e" providerId="ADAL" clId="{C8D80F23-31F4-4689-A62F-E41C4CAE70B7}" dt="2020-10-23T08:06:37.029" v="0" actId="478"/>
          <ac:picMkLst>
            <pc:docMk/>
            <pc:sldMk cId="1217112950" sldId="258"/>
            <ac:picMk id="7" creationId="{3A4350A6-7A9A-4D66-B3EA-F9181AD5C677}"/>
          </ac:picMkLst>
        </pc:pic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1217112950" sldId="258"/>
            <ac:inkMk id="4" creationId="{6A911FCF-ABEE-413F-AFD4-2CAE14ED26EE}"/>
          </ac:inkMkLst>
        </pc:inkChg>
      </pc:sldChg>
      <pc:sldChg chg="addSp delSp mod">
        <pc:chgData name="Sam O'Neill" userId="cb323814-a42a-4cfe-bc74-03f595e56f6e" providerId="ADAL" clId="{C8D80F23-31F4-4689-A62F-E41C4CAE70B7}" dt="2020-10-26T08:38:39.946" v="14" actId="33639"/>
        <pc:sldMkLst>
          <pc:docMk/>
          <pc:sldMk cId="1308725823" sldId="259"/>
        </pc:sldMkLst>
        <pc:picChg chg="add">
          <ac:chgData name="Sam O'Neill" userId="cb323814-a42a-4cfe-bc74-03f595e56f6e" providerId="ADAL" clId="{C8D80F23-31F4-4689-A62F-E41C4CAE70B7}" dt="2020-10-23T08:06:46.272" v="4" actId="22"/>
          <ac:picMkLst>
            <pc:docMk/>
            <pc:sldMk cId="1308725823" sldId="259"/>
            <ac:picMk id="3" creationId="{8B232E4C-D59A-4B22-BA07-9C297FDA62ED}"/>
          </ac:picMkLst>
        </pc:picChg>
        <pc:picChg chg="del">
          <ac:chgData name="Sam O'Neill" userId="cb323814-a42a-4cfe-bc74-03f595e56f6e" providerId="ADAL" clId="{C8D80F23-31F4-4689-A62F-E41C4CAE70B7}" dt="2020-10-23T08:06:46.014" v="3" actId="478"/>
          <ac:picMkLst>
            <pc:docMk/>
            <pc:sldMk cId="1308725823" sldId="259"/>
            <ac:picMk id="12" creationId="{7A7DCC1B-E225-449A-8D17-A3416BB06A89}"/>
          </ac:picMkLst>
        </pc:pic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1308725823" sldId="259"/>
            <ac:inkMk id="4" creationId="{A7DFFA03-E4F4-4CA5-8B6C-D1CE3D57C4E4}"/>
          </ac:inkMkLst>
        </pc:inkChg>
      </pc:sldChg>
      <pc:sldChg chg="addSp delSp modSp mod modAnim">
        <pc:chgData name="Sam O'Neill" userId="cb323814-a42a-4cfe-bc74-03f595e56f6e" providerId="ADAL" clId="{C8D80F23-31F4-4689-A62F-E41C4CAE70B7}" dt="2020-10-26T08:38:49.810" v="16" actId="20577"/>
        <pc:sldMkLst>
          <pc:docMk/>
          <pc:sldMk cId="4118701801" sldId="269"/>
        </pc:sldMkLst>
        <pc:spChg chg="mod">
          <ac:chgData name="Sam O'Neill" userId="cb323814-a42a-4cfe-bc74-03f595e56f6e" providerId="ADAL" clId="{C8D80F23-31F4-4689-A62F-E41C4CAE70B7}" dt="2020-10-26T08:38:48.460" v="15" actId="20577"/>
          <ac:spMkLst>
            <pc:docMk/>
            <pc:sldMk cId="4118701801" sldId="269"/>
            <ac:spMk id="7" creationId="{5625D5DA-664D-4E7C-A9AF-85BC689DE50A}"/>
          </ac:spMkLst>
        </pc:sp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4118701801" sldId="269"/>
            <ac:inkMk id="5" creationId="{7C80177A-707A-4243-BC86-8427426D0B3B}"/>
          </ac:inkMkLst>
        </pc:inkChg>
      </pc:sldChg>
      <pc:sldChg chg="addSp delSp mod">
        <pc:chgData name="Sam O'Neill" userId="cb323814-a42a-4cfe-bc74-03f595e56f6e" providerId="ADAL" clId="{C8D80F23-31F4-4689-A62F-E41C4CAE70B7}" dt="2020-10-26T08:38:39.946" v="14" actId="33639"/>
        <pc:sldMkLst>
          <pc:docMk/>
          <pc:sldMk cId="1313709375" sldId="270"/>
        </pc:sldMkLst>
        <pc:picChg chg="add">
          <ac:chgData name="Sam O'Neill" userId="cb323814-a42a-4cfe-bc74-03f595e56f6e" providerId="ADAL" clId="{C8D80F23-31F4-4689-A62F-E41C4CAE70B7}" dt="2020-10-23T08:06:50.526" v="6" actId="22"/>
          <ac:picMkLst>
            <pc:docMk/>
            <pc:sldMk cId="1313709375" sldId="270"/>
            <ac:picMk id="3" creationId="{81709473-F018-4BDF-A768-AB6C350B8E88}"/>
          </ac:picMkLst>
        </pc:picChg>
        <pc:picChg chg="del">
          <ac:chgData name="Sam O'Neill" userId="cb323814-a42a-4cfe-bc74-03f595e56f6e" providerId="ADAL" clId="{C8D80F23-31F4-4689-A62F-E41C4CAE70B7}" dt="2020-10-23T08:06:50.211" v="5" actId="478"/>
          <ac:picMkLst>
            <pc:docMk/>
            <pc:sldMk cId="1313709375" sldId="270"/>
            <ac:picMk id="12" creationId="{7A7DCC1B-E225-449A-8D17-A3416BB06A89}"/>
          </ac:picMkLst>
        </pc:pic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1313709375" sldId="270"/>
            <ac:inkMk id="4" creationId="{FE9B73CF-C5FC-40B5-8D2C-666CB8DFC2A8}"/>
          </ac:inkMkLst>
        </pc:inkChg>
      </pc:sldChg>
      <pc:sldChg chg="addSp delSp mod">
        <pc:chgData name="Sam O'Neill" userId="cb323814-a42a-4cfe-bc74-03f595e56f6e" providerId="ADAL" clId="{C8D80F23-31F4-4689-A62F-E41C4CAE70B7}" dt="2020-10-26T08:39:07.336" v="18" actId="22"/>
        <pc:sldMkLst>
          <pc:docMk/>
          <pc:sldMk cId="3490385804" sldId="271"/>
        </pc:sldMkLst>
        <pc:picChg chg="add">
          <ac:chgData name="Sam O'Neill" userId="cb323814-a42a-4cfe-bc74-03f595e56f6e" providerId="ADAL" clId="{C8D80F23-31F4-4689-A62F-E41C4CAE70B7}" dt="2020-10-26T08:39:07.336" v="18" actId="22"/>
          <ac:picMkLst>
            <pc:docMk/>
            <pc:sldMk cId="3490385804" sldId="271"/>
            <ac:picMk id="4" creationId="{B437AC16-4DFF-4E86-BB1D-52A0DAF71F4A}"/>
          </ac:picMkLst>
        </pc:picChg>
        <pc:picChg chg="del">
          <ac:chgData name="Sam O'Neill" userId="cb323814-a42a-4cfe-bc74-03f595e56f6e" providerId="ADAL" clId="{C8D80F23-31F4-4689-A62F-E41C4CAE70B7}" dt="2020-10-26T08:39:06.832" v="17" actId="478"/>
          <ac:picMkLst>
            <pc:docMk/>
            <pc:sldMk cId="3490385804" sldId="271"/>
            <ac:picMk id="12" creationId="{7A7DCC1B-E225-449A-8D17-A3416BB06A89}"/>
          </ac:picMkLst>
        </pc:pic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3490385804" sldId="271"/>
            <ac:inkMk id="5" creationId="{62EFC195-9029-4E84-BEE1-A498CAA9ABE5}"/>
          </ac:inkMkLst>
        </pc:inkChg>
      </pc:sldChg>
      <pc:sldChg chg="addSp delSp mod">
        <pc:chgData name="Sam O'Neill" userId="cb323814-a42a-4cfe-bc74-03f595e56f6e" providerId="ADAL" clId="{C8D80F23-31F4-4689-A62F-E41C4CAE70B7}" dt="2020-10-26T08:38:39.946" v="14" actId="33639"/>
        <pc:sldMkLst>
          <pc:docMk/>
          <pc:sldMk cId="1064427734" sldId="272"/>
        </pc:sldMkLst>
        <pc:picChg chg="add">
          <ac:chgData name="Sam O'Neill" userId="cb323814-a42a-4cfe-bc74-03f595e56f6e" providerId="ADAL" clId="{C8D80F23-31F4-4689-A62F-E41C4CAE70B7}" dt="2020-10-23T08:06:57.154" v="10" actId="22"/>
          <ac:picMkLst>
            <pc:docMk/>
            <pc:sldMk cId="1064427734" sldId="272"/>
            <ac:picMk id="3" creationId="{B9E393F7-032F-4510-9067-3EE4B1D226D9}"/>
          </ac:picMkLst>
        </pc:picChg>
        <pc:picChg chg="del">
          <ac:chgData name="Sam O'Neill" userId="cb323814-a42a-4cfe-bc74-03f595e56f6e" providerId="ADAL" clId="{C8D80F23-31F4-4689-A62F-E41C4CAE70B7}" dt="2020-10-23T08:06:56.821" v="9" actId="478"/>
          <ac:picMkLst>
            <pc:docMk/>
            <pc:sldMk cId="1064427734" sldId="272"/>
            <ac:picMk id="12" creationId="{7A7DCC1B-E225-449A-8D17-A3416BB06A89}"/>
          </ac:picMkLst>
        </pc:pic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1064427734" sldId="272"/>
            <ac:inkMk id="4" creationId="{75FF34E6-AFAB-47D5-A92B-10A44B514A64}"/>
          </ac:inkMkLst>
        </pc:inkChg>
      </pc:sldChg>
      <pc:sldChg chg="addSp delSp mod">
        <pc:chgData name="Sam O'Neill" userId="cb323814-a42a-4cfe-bc74-03f595e56f6e" providerId="ADAL" clId="{C8D80F23-31F4-4689-A62F-E41C4CAE70B7}" dt="2020-10-26T08:38:39.946" v="14" actId="33639"/>
        <pc:sldMkLst>
          <pc:docMk/>
          <pc:sldMk cId="2089149887" sldId="273"/>
        </pc:sldMkLst>
        <pc:picChg chg="add">
          <ac:chgData name="Sam O'Neill" userId="cb323814-a42a-4cfe-bc74-03f595e56f6e" providerId="ADAL" clId="{C8D80F23-31F4-4689-A62F-E41C4CAE70B7}" dt="2020-10-23T08:06:53.812" v="8" actId="22"/>
          <ac:picMkLst>
            <pc:docMk/>
            <pc:sldMk cId="2089149887" sldId="273"/>
            <ac:picMk id="3" creationId="{D10F396B-8B73-4830-986B-D02C3A67C193}"/>
          </ac:picMkLst>
        </pc:picChg>
        <pc:picChg chg="del">
          <ac:chgData name="Sam O'Neill" userId="cb323814-a42a-4cfe-bc74-03f595e56f6e" providerId="ADAL" clId="{C8D80F23-31F4-4689-A62F-E41C4CAE70B7}" dt="2020-10-23T08:06:53.457" v="7" actId="478"/>
          <ac:picMkLst>
            <pc:docMk/>
            <pc:sldMk cId="2089149887" sldId="273"/>
            <ac:picMk id="12" creationId="{7A7DCC1B-E225-449A-8D17-A3416BB06A89}"/>
          </ac:picMkLst>
        </pc:pic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2089149887" sldId="273"/>
            <ac:inkMk id="4" creationId="{D29EDCB3-D1BC-4550-A726-F6E75BF8BBBC}"/>
          </ac:inkMkLst>
        </pc:inkChg>
      </pc:sldChg>
      <pc:sldChg chg="addSp delSp modSp mod">
        <pc:chgData name="Sam O'Neill" userId="cb323814-a42a-4cfe-bc74-03f595e56f6e" providerId="ADAL" clId="{C8D80F23-31F4-4689-A62F-E41C4CAE70B7}" dt="2020-10-26T08:38:39.946" v="14" actId="33639"/>
        <pc:sldMkLst>
          <pc:docMk/>
          <pc:sldMk cId="1524060294" sldId="274"/>
        </pc:sldMkLst>
        <pc:spChg chg="mod">
          <ac:chgData name="Sam O'Neill" userId="cb323814-a42a-4cfe-bc74-03f595e56f6e" providerId="ADAL" clId="{C8D80F23-31F4-4689-A62F-E41C4CAE70B7}" dt="2020-10-23T08:07:02.992" v="12" actId="20577"/>
          <ac:spMkLst>
            <pc:docMk/>
            <pc:sldMk cId="1524060294" sldId="274"/>
            <ac:spMk id="3" creationId="{B06E94A4-71BF-4E9A-B758-78D028AE3253}"/>
          </ac:spMkLst>
        </pc:spChg>
        <pc:inkChg chg="add del">
          <ac:chgData name="Sam O'Neill" userId="cb323814-a42a-4cfe-bc74-03f595e56f6e" providerId="ADAL" clId="{C8D80F23-31F4-4689-A62F-E41C4CAE70B7}" dt="2020-10-26T08:38:39.946" v="14" actId="33639"/>
          <ac:inkMkLst>
            <pc:docMk/>
            <pc:sldMk cId="1524060294" sldId="274"/>
            <ac:inkMk id="5" creationId="{F4F93AB2-C7DD-4607-A5C1-9D34147B5E4C}"/>
          </ac:inkMkLst>
        </pc:ink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1DA9C-B459-4C07-AD77-6290D7122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4B4319-7C8D-4A99-9EAD-0143E5B72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CDC02-7771-48BA-B78B-2DCD12C4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A3B19-15AB-43FE-B5D2-8059159A7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1CC34-3733-4B3E-AD4C-64757F56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401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1909-CE06-46AA-A78D-C4E062139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73BB9-53A4-4DD0-B1DB-0502D410C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7BEC0-E3DD-4FB7-BB80-E3400DEE1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263E2-4408-4BE7-BF02-A0EE897A9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D846E-2AE9-4EAC-91A9-B75716535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414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F4A6B-DB80-4C08-B38A-CA3DD895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0A5A6-28B2-495C-AC45-6FCCAC403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AEAE5-747F-472D-8EE2-73F44B1D2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2E468-21F8-44D8-9DAB-176D1D27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18CD2-DDE7-4FA6-95C6-572B6C79A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734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84F31-DFAA-4878-97C7-B7FDCACD2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5B433-8AD5-464D-9A00-E06908750F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1FFB9-7DB1-435F-B543-584905F1B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8E1D4-DE14-4C34-BCEE-33F2FC34E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DDF57-3DE1-426D-9368-E6D34D37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CC9A-1B4E-419B-B084-36FCDBBA3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532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88A00-C5CE-44B7-8A97-D966A84BF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18542-6A13-4FD4-8F47-D3C0998F3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50946-79FB-40DB-BC2C-E6E703803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B7CA31-A9AC-4572-9E08-1F7B7918C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200C6A-F96C-46B4-9EF7-11BB95D033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7B8862-CBE1-4E9E-A068-99D623E0D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D19F78-2B84-4FC7-9F79-F6753C30D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38A650-7719-468E-A555-BDE1F17AA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3800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4AD35-29C1-4B11-9D9F-926B83707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DE1F2D-1EE2-4695-9842-530CA72B1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E71C5-E7C2-4692-8C94-DEEE1EBFB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76523-BF8B-4D89-A93F-15166ADC0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854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18CD8D-42C7-4916-973C-161079964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C41D2E-6B65-4128-BA6B-C7FCC0F6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67CDE-F259-4CA7-A9B4-755511140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002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032F8-AD6F-455A-889D-01E147CEF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E6459-E150-46EC-ACD7-948B0616C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230A2-19ED-4B6A-B97E-55E6A1282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0AC293-977F-4809-A0C1-76188E3BD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1B8F2-1834-4E20-A74C-28A2B9F21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4CABB-F232-4AE1-A441-844DBBF5E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617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632A4-257D-4667-B9AA-5538CC684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72237E-6599-4749-890A-0BE1943EB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1E07E-464E-4544-B73D-C54F0157E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92253-F1F3-49F9-92BA-AAAFF48A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39ECF-58BE-4751-BB90-F3C25CD93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8712C-21AF-49F2-A2E6-BEFDFD59D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858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A279-3C3C-4F71-B18F-328ED31AD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A64C7-6426-4DD2-8866-6579E1E4C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82494-A442-4E5F-96E8-362C8E2A4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32142-4782-4967-A172-F7531E3C8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B9263-228C-4A4E-9D66-831507FA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250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DE07A2-0C77-4F75-A054-7A343EBC91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46497-4A99-4022-9A8D-35169AE06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8689B-BF86-4220-8C6C-DCD553D6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7AC1B-F7E9-4D12-906E-C46755318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C3A39-C833-4B4A-A070-4FD28B4AE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244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37C403-E63D-42C4-AFC4-82430C189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DC96F-4984-4A3B-AF48-2F2C2D0A9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3321C-1CD3-42CC-A138-8D9272FDE3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6F5D5-0A44-430C-AA93-59A5CDB9428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BB6B8-22B3-4E55-B474-245065BB0F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E0EB0-3FF7-4867-8597-47C633624C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201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69FA9-BC30-49EF-808D-10EEE4DE05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Graphical Demonstration of Slack Variables and binding/non-binding constraints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03666F-B20B-458C-BBC2-C721C8CA18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835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DA7A-9EB4-4048-9244-4644E86F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Standard Linear Program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25CEBC0-23E4-4F2A-B010-0BC8901C46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72846" y="1888145"/>
                <a:ext cx="5680954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maximise 		</a:t>
                </a: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b="0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GB" b="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≤11</m:t>
                      </m:r>
                    </m:oMath>
                  </m:oMathPara>
                </a14:m>
                <a:br>
                  <a:rPr lang="en-GB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endParaRPr lang="en-GB" b="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u="sng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25CEBC0-23E4-4F2A-B010-0BC8901C46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72846" y="1888145"/>
                <a:ext cx="5680954" cy="4351338"/>
              </a:xfrm>
              <a:blipFill>
                <a:blip r:embed="rId2"/>
                <a:stretch>
                  <a:fillRect l="-225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F39D8C-3C04-4BAE-AC16-2984F6A7C9A5}"/>
                  </a:ext>
                </a:extLst>
              </p:cNvPr>
              <p:cNvSpPr txBox="1"/>
              <p:nvPr/>
            </p:nvSpPr>
            <p:spPr>
              <a:xfrm>
                <a:off x="5885434" y="5777818"/>
                <a:ext cx="500649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Point A has an objective value of </a:t>
                </a:r>
                <a:endParaRPr lang="en-GB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=5⋅0+4⋅0=0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F39D8C-3C04-4BAE-AC16-2984F6A7C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434" y="5777818"/>
                <a:ext cx="5006499" cy="830997"/>
              </a:xfrm>
              <a:prstGeom prst="rect">
                <a:avLst/>
              </a:prstGeom>
              <a:blipFill>
                <a:blip r:embed="rId3"/>
                <a:stretch>
                  <a:fillRect l="-1825" t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7FBFC7B-6CEA-4FCF-A1C9-D7ED8E786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14" y="1888145"/>
            <a:ext cx="4573688" cy="4547848"/>
          </a:xfrm>
          <a:prstGeom prst="rect">
            <a:avLst/>
          </a:prstGeom>
        </p:spPr>
      </p:pic>
      <p:sp>
        <p:nvSpPr>
          <p:cNvPr id="10" name="TextBox 9" descr="Label for the dotted line: the objective line P = 12, that is 5x + 4y = 12"/>
          <p:cNvSpPr txBox="1"/>
          <p:nvPr/>
        </p:nvSpPr>
        <p:spPr>
          <a:xfrm>
            <a:off x="1780000" y="4767000"/>
            <a:ext cx="914400" cy="400110"/>
          </a:xfrm>
          <a:prstGeom prst="rect">
            <a:avLst/>
          </a:prstGeom>
          <a:solidFill>
            <a:srgbClr val="FFFFFF"/>
          </a:solidFill>
        </p:spPr>
        <p:txBody>
          <a:bodyPr wrap="none" lIns="54000" tIns="18000" rIns="54000" bIns="18000" rtlCol="0">
            <a:spAutoFit/>
          </a:bodyPr>
          <a:lstStyle/>
          <a:p>
            <a:r>
              <a:rPr lang="en-GB" sz="1800" i="1" dirty="0">
                <a:solidFill>
                  <a:schemeClr val="accent1"/>
                </a:solidFill>
                <a:latin typeface="Cambria Math" panose="02040503050406030204" pitchFamily="18" charset="0"/>
              </a:rPr>
              <a:t>P</a:t>
            </a:r>
            <a:r>
              <a:rPr lang="en-GB" sz="1800" dirty="0">
                <a:solidFill>
                  <a:schemeClr val="accent1"/>
                </a:solidFill>
                <a:latin typeface="Cambria Math" panose="02040503050406030204" pitchFamily="18" charset="0"/>
              </a:rPr>
              <a:t> = 12</a:t>
            </a:r>
          </a:p>
        </p:txBody>
      </p:sp>
    </p:spTree>
    <p:extLst>
      <p:ext uri="{BB962C8B-B14F-4D97-AF65-F5344CB8AC3E}">
        <p14:creationId xmlns:p14="http://schemas.microsoft.com/office/powerpoint/2010/main" val="3685770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DA7A-9EB4-4048-9244-4644E86F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Introduce slack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25CEBC0-23E4-4F2A-B010-0BC8901C46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4664" y="2040545"/>
                <a:ext cx="5680954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maximise 		</a:t>
                </a: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b="0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GB" b="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≤11</m:t>
                      </m:r>
                    </m:oMath>
                  </m:oMathPara>
                </a14:m>
                <a:br>
                  <a:rPr lang="en-GB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endParaRPr lang="en-GB" b="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u="sng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25CEBC0-23E4-4F2A-B010-0BC8901C46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664" y="2040545"/>
                <a:ext cx="5680954" cy="4351338"/>
              </a:xfrm>
              <a:blipFill>
                <a:blip r:embed="rId2"/>
                <a:stretch>
                  <a:fillRect l="-2146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5">
                <a:extLst>
                  <a:ext uri="{FF2B5EF4-FFF2-40B4-BE49-F238E27FC236}">
                    <a16:creationId xmlns:a16="http://schemas.microsoft.com/office/drawing/2014/main" id="{5625D5DA-664D-4E7C-A9AF-85BC689DE5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25246" y="2040545"/>
                <a:ext cx="5680954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dirty="0"/>
                  <a:t>maximise 		</a:t>
                </a: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dirty="0"/>
                  <a:t>subject to: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  <m:oMath xmlns:m="http://schemas.openxmlformats.org/officeDocument/2006/math">
                      <m:r>
                        <a:rPr lang="en-GB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  <m:oMath xmlns:m="http://schemas.openxmlformats.org/officeDocument/2006/math"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br>
                  <a:rPr lang="en-GB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endParaRPr lang="en-GB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b="1" dirty="0"/>
                  <a:t>Note: This is called Standard Form</a:t>
                </a:r>
              </a:p>
            </p:txBody>
          </p:sp>
        </mc:Choice>
        <mc:Fallback xmlns="">
          <p:sp>
            <p:nvSpPr>
              <p:cNvPr id="7" name="Content Placeholder 5">
                <a:extLst>
                  <a:ext uri="{FF2B5EF4-FFF2-40B4-BE49-F238E27FC236}">
                    <a16:creationId xmlns:a16="http://schemas.microsoft.com/office/drawing/2014/main" id="{5625D5DA-664D-4E7C-A9AF-85BC689DE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246" y="2040545"/>
                <a:ext cx="5680954" cy="4351338"/>
              </a:xfrm>
              <a:prstGeom prst="rect">
                <a:avLst/>
              </a:prstGeom>
              <a:blipFill>
                <a:blip r:embed="rId3"/>
                <a:stretch>
                  <a:fillRect l="-2253" t="-3221" b="-1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E3429B5-6FE7-4842-8DAC-6D3CC258A627}"/>
              </a:ext>
            </a:extLst>
          </p:cNvPr>
          <p:cNvCxnSpPr/>
          <p:nvPr/>
        </p:nvCxnSpPr>
        <p:spPr>
          <a:xfrm>
            <a:off x="5137090" y="4025246"/>
            <a:ext cx="68815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70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45BA5A3-60A6-4B83-97F0-F78BB26A857C}"/>
              </a:ext>
            </a:extLst>
          </p:cNvPr>
          <p:cNvSpPr/>
          <p:nvPr/>
        </p:nvSpPr>
        <p:spPr>
          <a:xfrm>
            <a:off x="1206632" y="6014303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6">
                <a:extLst>
                  <a:ext uri="{FF2B5EF4-FFF2-40B4-BE49-F238E27FC236}">
                    <a16:creationId xmlns:a16="http://schemas.microsoft.com/office/drawing/2014/main" id="{95572289-DE59-41C4-8C93-AE234FDF790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01551784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6">
                <a:extLst>
                  <a:ext uri="{FF2B5EF4-FFF2-40B4-BE49-F238E27FC236}">
                    <a16:creationId xmlns:a16="http://schemas.microsoft.com/office/drawing/2014/main" id="{95572289-DE59-41C4-8C93-AE234FDF790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01551784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600" t="-1639" r="-5064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639" r="-4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639" r="-3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1639" r="-2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4000" t="-1639" r="-1040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99206" t="-1639" r="-3175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600" t="-101639" r="-5064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01639" r="-4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01639" r="-3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101639" r="-2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4000" t="-101639" r="-1040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99206" t="-101639" r="-3175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B7AAC75-C3BA-4D7F-A573-D3C86D7C9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6107" y="352179"/>
            <a:ext cx="45434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112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95BB60B-B458-41CF-B6E1-D1D4CE439E7D}"/>
              </a:ext>
            </a:extLst>
          </p:cNvPr>
          <p:cNvSpPr/>
          <p:nvPr/>
        </p:nvSpPr>
        <p:spPr>
          <a:xfrm>
            <a:off x="4487160" y="6004876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530784330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530784330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639" r="-5064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39" r="-4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639" r="-3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639" r="-2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639" r="-1040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639" r="-3175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01639" r="-5064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1639" r="-4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01639" r="-3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01639" r="-2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01639" r="-1040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01639" r="-3175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201639" r="-5064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1639" r="-4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201639" r="-3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01639" r="-2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201639" r="-1040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201639" r="-3175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B232E4C-D59A-4B22-BA07-9C297FDA6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107" y="352179"/>
            <a:ext cx="45434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725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95BB60B-B458-41CF-B6E1-D1D4CE439E7D}"/>
              </a:ext>
            </a:extLst>
          </p:cNvPr>
          <p:cNvSpPr/>
          <p:nvPr/>
        </p:nvSpPr>
        <p:spPr>
          <a:xfrm>
            <a:off x="3836711" y="5038619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274251574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274251574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639" r="-5064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39" r="-4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639" r="-3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639" r="-2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639" r="-1040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639" r="-3175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01639" r="-5064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1639" r="-4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01639" r="-3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01639" r="-2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01639" r="-1040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01639" r="-3175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201639" r="-5064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1639" r="-4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201639" r="-3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01639" r="-2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201639" r="-1040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201639" r="-3175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301639" r="-5064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1639" r="-4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301639" r="-3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301639" r="-2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301639" r="-1040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301639" r="-3175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1709473-F018-4BDF-A768-AB6C350B8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107" y="352179"/>
            <a:ext cx="45434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709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95BB60B-B458-41CF-B6E1-D1D4CE439E7D}"/>
              </a:ext>
            </a:extLst>
          </p:cNvPr>
          <p:cNvSpPr/>
          <p:nvPr/>
        </p:nvSpPr>
        <p:spPr>
          <a:xfrm>
            <a:off x="2177593" y="3381865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4219577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23.5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4219577"/>
                  </p:ext>
                </p:extLst>
              </p:nvPr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639" r="-5064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39" r="-4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639" r="-3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639" r="-2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639" r="-1040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639" r="-3175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01639" r="-5064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1639" r="-4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01639" r="-3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01639" r="-2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01639" r="-1040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01639" r="-3175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201639" r="-5064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1639" r="-4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201639" r="-3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01639" r="-2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201639" r="-1040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201639" r="-3175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301639" r="-5064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1639" r="-4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301639" r="-3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301639" r="-2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301639" r="-1040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301639" r="-3175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401639" r="-5064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401639" r="-4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401639" r="-3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401639" r="-2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401639" r="-104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401639" r="-3175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10F396B-8B73-4830-986B-D02C3A67C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107" y="352179"/>
            <a:ext cx="45434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149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95BB60B-B458-41CF-B6E1-D1D4CE439E7D}"/>
              </a:ext>
            </a:extLst>
          </p:cNvPr>
          <p:cNvSpPr/>
          <p:nvPr/>
        </p:nvSpPr>
        <p:spPr>
          <a:xfrm>
            <a:off x="1168925" y="2700771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23.5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639" r="-5064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39" r="-4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639" r="-3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639" r="-2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639" r="-1040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639" r="-3175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01639" r="-5064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1639" r="-4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01639" r="-3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01639" r="-2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01639" r="-1040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01639" r="-3175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201639" r="-5064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1639" r="-4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201639" r="-3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01639" r="-2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201639" r="-1040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201639" r="-3175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301639" r="-5064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1639" r="-4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301639" r="-3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301639" r="-2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301639" r="-1040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301639" r="-3175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401639" r="-5064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401639" r="-4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401639" r="-3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401639" r="-2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401639" r="-104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401639" r="-3175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501639" r="-506400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501639" r="-402381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501639" r="-302381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501639" r="-202381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501639" r="-104000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501639" r="-3175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9E393F7-032F-4510-9067-3EE4B1D22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107" y="352179"/>
            <a:ext cx="45434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427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95BB60B-B458-41CF-B6E1-D1D4CE439E7D}"/>
              </a:ext>
            </a:extLst>
          </p:cNvPr>
          <p:cNvSpPr/>
          <p:nvPr/>
        </p:nvSpPr>
        <p:spPr>
          <a:xfrm>
            <a:off x="3836711" y="5038619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00B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dirty="0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23.5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6">
                <a:extLst>
                  <a:ext uri="{FF2B5EF4-FFF2-40B4-BE49-F238E27FC236}">
                    <a16:creationId xmlns:a16="http://schemas.microsoft.com/office/drawing/2014/main" id="{48BFC856-751A-4F69-A7DD-3A5352E9D9C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6176962" y="4152341"/>
              <a:ext cx="5358353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5479">
                      <a:extLst>
                        <a:ext uri="{9D8B030D-6E8A-4147-A177-3AD203B41FA5}">
                          <a16:colId xmlns:a16="http://schemas.microsoft.com/office/drawing/2014/main" val="2652220637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77379252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215556660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831604464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1905050143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786272865"/>
                        </a:ext>
                      </a:extLst>
                    </a:gridCol>
                    <a:gridCol w="765479">
                      <a:extLst>
                        <a:ext uri="{9D8B030D-6E8A-4147-A177-3AD203B41FA5}">
                          <a16:colId xmlns:a16="http://schemas.microsoft.com/office/drawing/2014/main" val="33790192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639" r="-5064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39" r="-4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639" r="-3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639" r="-20238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639" r="-1040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639" r="-3175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043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101639" r="-5064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1639" r="-4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01639" r="-3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01639" r="-20238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101639" r="-1040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101639" r="-3175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7554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201639" r="-5064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1639" r="-4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201639" r="-3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01639" r="-2023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201639" r="-1040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201639" r="-3175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905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301639" r="-5064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1639" r="-4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301639" r="-3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301639" r="-20238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301639" r="-1040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301639" r="-3175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4406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401639" r="-5064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401639" r="-4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401639" r="-3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401639" r="-20238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401639" r="-104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401639" r="-3175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22675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600" t="-501639" r="-506400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501639" r="-402381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501639" r="-302381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501639" r="-202381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4000" t="-501639" r="-104000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206" t="-501639" r="-3175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23218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B11E8B5-5BD5-47D1-8961-D9364BE34BF9}"/>
              </a:ext>
            </a:extLst>
          </p:cNvPr>
          <p:cNvSpPr txBox="1"/>
          <p:nvPr/>
        </p:nvSpPr>
        <p:spPr>
          <a:xfrm>
            <a:off x="11535315" y="5264861"/>
            <a:ext cx="348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5FE23B-A9A7-43E5-A643-8F84737F2F73}"/>
                  </a:ext>
                </a:extLst>
              </p:cNvPr>
              <p:cNvSpPr txBox="1"/>
              <p:nvPr/>
            </p:nvSpPr>
            <p:spPr>
              <a:xfrm>
                <a:off x="946560" y="335529"/>
                <a:ext cx="514944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Therefore C is optimal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4,1.5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=26</m:t>
                    </m:r>
                  </m:oMath>
                </a14:m>
                <a:endParaRPr lang="en-GB" b="0" dirty="0"/>
              </a:p>
              <a:p>
                <a:endParaRPr lang="en-GB" dirty="0"/>
              </a:p>
              <a:p>
                <a:r>
                  <a:rPr lang="en-GB" dirty="0"/>
                  <a:t>Notice that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=2.5,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 Hence the purple constraint is non-binding, but the green and red are!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5FE23B-A9A7-43E5-A643-8F84737F2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560" y="335529"/>
                <a:ext cx="5149440" cy="1477328"/>
              </a:xfrm>
              <a:prstGeom prst="rect">
                <a:avLst/>
              </a:prstGeom>
              <a:blipFill>
                <a:blip r:embed="rId5"/>
                <a:stretch>
                  <a:fillRect l="-947" t="-2066" r="-237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437AC16-4DFF-4E86-BB1D-52A0DAF71F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6107" y="352179"/>
            <a:ext cx="454342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385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B336E-7C4D-4C6B-B468-9E37D3E9A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Slack Variable ‘vs’ Surplus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6E94A4-71BF-4E9A-B758-78D028AE32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GB" u="sng" dirty="0"/>
                  <a:t>Slack</a:t>
                </a:r>
                <a:r>
                  <a:rPr lang="en-GB" dirty="0"/>
                  <a:t> variables measure the amount remaining. e.g. unused manufacturing hours.</a:t>
                </a:r>
              </a:p>
              <a:p>
                <a:r>
                  <a:rPr lang="en-GB" dirty="0"/>
                  <a:t>Used for ≤ (less than or equal to) constraints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GB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Becomes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u="sng" dirty="0"/>
                  <a:t>Surplus</a:t>
                </a:r>
                <a:r>
                  <a:rPr lang="en-GB" dirty="0"/>
                  <a:t> variables measure the amount exceeded. e.g. over production </a:t>
                </a:r>
              </a:p>
              <a:p>
                <a:r>
                  <a:rPr lang="en-GB" dirty="0"/>
                  <a:t>Used for ≥ (greater than or equal to) constraints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≥15</m:t>
                      </m:r>
                    </m:oMath>
                  </m:oMathPara>
                </a14:m>
                <a:endParaRPr lang="en-GB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Becomes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6E94A4-71BF-4E9A-B758-78D028AE32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25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4060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A7DFE2-7942-41CC-9296-9B80C0C9DB35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www.w3.org/XML/1998/namespace"/>
    <ds:schemaRef ds:uri="606370cc-c8d9-4222-8a4e-3c320f1e3034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bf6b85bd-8a7e-4854-be4d-0780382295a8"/>
  </ds:schemaRefs>
</ds:datastoreItem>
</file>

<file path=customXml/itemProps2.xml><?xml version="1.0" encoding="utf-8"?>
<ds:datastoreItem xmlns:ds="http://schemas.openxmlformats.org/officeDocument/2006/customXml" ds:itemID="{F8843C46-B8FE-4DA9-ADA2-1FBF4D28E1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1A65AC-089E-474A-8566-AE1E2F9277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5507</TotalTime>
  <Words>486</Words>
  <Application>Microsoft Office PowerPoint</Application>
  <PresentationFormat>Widescreen</PresentationFormat>
  <Paragraphs>229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Cambria Math</vt:lpstr>
      <vt:lpstr>Calibri Light</vt:lpstr>
      <vt:lpstr>Calibri</vt:lpstr>
      <vt:lpstr>Office Theme</vt:lpstr>
      <vt:lpstr>Graphical Demonstration of Slack Variables and binding/non-binding constraints</vt:lpstr>
      <vt:lpstr>Standard Linear Program</vt:lpstr>
      <vt:lpstr>Introduce slack 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Slack Variable ‘vs’ Surplus Variable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Slack Variables</dc:title>
  <dc:creator>Sam O'Neill</dc:creator>
  <cp:lastModifiedBy>Sam O'Neill</cp:lastModifiedBy>
  <cp:revision>7</cp:revision>
  <dcterms:created xsi:type="dcterms:W3CDTF">2019-10-09T15:44:01Z</dcterms:created>
  <dcterms:modified xsi:type="dcterms:W3CDTF">2020-10-26T08:39:17Z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</Properties>
</file>