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8" r:id="rId5"/>
    <p:sldId id="262" r:id="rId6"/>
    <p:sldId id="256" r:id="rId7"/>
    <p:sldId id="257" r:id="rId8"/>
    <p:sldId id="258" r:id="rId9"/>
    <p:sldId id="259" r:id="rId10"/>
    <p:sldId id="260" r:id="rId11"/>
    <p:sldId id="269" r:id="rId12"/>
    <p:sldId id="261" r:id="rId13"/>
    <p:sldId id="270" r:id="rId14"/>
    <p:sldId id="263" r:id="rId15"/>
    <p:sldId id="264" r:id="rId16"/>
    <p:sldId id="265" r:id="rId17"/>
    <p:sldId id="266" r:id="rId18"/>
    <p:sldId id="267" r:id="rId19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997BB-997B-4284-9762-6094160B5FAB}" v="3" dt="2021-03-03T17:06:22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9F4997BB-997B-4284-9762-6094160B5FAB}"/>
    <pc:docChg chg="undo custSel addSld delSld modSld">
      <pc:chgData name="Sam O'Neill" userId="cb323814-a42a-4cfe-bc74-03f595e56f6e" providerId="ADAL" clId="{9F4997BB-997B-4284-9762-6094160B5FAB}" dt="2021-03-03T17:06:35.146" v="22" actId="478"/>
      <pc:docMkLst>
        <pc:docMk/>
      </pc:docMkLst>
      <pc:sldChg chg="modSp mod">
        <pc:chgData name="Sam O'Neill" userId="cb323814-a42a-4cfe-bc74-03f595e56f6e" providerId="ADAL" clId="{9F4997BB-997B-4284-9762-6094160B5FAB}" dt="2021-02-25T13:02:04.434" v="1" actId="20577"/>
        <pc:sldMkLst>
          <pc:docMk/>
          <pc:sldMk cId="656187815" sldId="259"/>
        </pc:sldMkLst>
        <pc:spChg chg="mod">
          <ac:chgData name="Sam O'Neill" userId="cb323814-a42a-4cfe-bc74-03f595e56f6e" providerId="ADAL" clId="{9F4997BB-997B-4284-9762-6094160B5FAB}" dt="2021-02-25T13:02:04.434" v="1" actId="20577"/>
          <ac:spMkLst>
            <pc:docMk/>
            <pc:sldMk cId="656187815" sldId="259"/>
            <ac:spMk id="24" creationId="{29D955D8-E696-45D5-B8F0-D0A85CA9F234}"/>
          </ac:spMkLst>
        </pc:spChg>
      </pc:sldChg>
      <pc:sldChg chg="modSp mod">
        <pc:chgData name="Sam O'Neill" userId="cb323814-a42a-4cfe-bc74-03f595e56f6e" providerId="ADAL" clId="{9F4997BB-997B-4284-9762-6094160B5FAB}" dt="2021-02-25T13:02:11.031" v="3" actId="20577"/>
        <pc:sldMkLst>
          <pc:docMk/>
          <pc:sldMk cId="1518822429" sldId="260"/>
        </pc:sldMkLst>
        <pc:spChg chg="mod">
          <ac:chgData name="Sam O'Neill" userId="cb323814-a42a-4cfe-bc74-03f595e56f6e" providerId="ADAL" clId="{9F4997BB-997B-4284-9762-6094160B5FAB}" dt="2021-02-25T13:02:11.031" v="3" actId="20577"/>
          <ac:spMkLst>
            <pc:docMk/>
            <pc:sldMk cId="1518822429" sldId="260"/>
            <ac:spMk id="24" creationId="{29D955D8-E696-45D5-B8F0-D0A85CA9F234}"/>
          </ac:spMkLst>
        </pc:spChg>
      </pc:sldChg>
      <pc:sldChg chg="modSp mod">
        <pc:chgData name="Sam O'Neill" userId="cb323814-a42a-4cfe-bc74-03f595e56f6e" providerId="ADAL" clId="{9F4997BB-997B-4284-9762-6094160B5FAB}" dt="2021-02-25T13:02:44.511" v="7" actId="20577"/>
        <pc:sldMkLst>
          <pc:docMk/>
          <pc:sldMk cId="1015628987" sldId="265"/>
        </pc:sldMkLst>
        <pc:spChg chg="mod">
          <ac:chgData name="Sam O'Neill" userId="cb323814-a42a-4cfe-bc74-03f595e56f6e" providerId="ADAL" clId="{9F4997BB-997B-4284-9762-6094160B5FAB}" dt="2021-02-25T13:02:44.511" v="7" actId="20577"/>
          <ac:spMkLst>
            <pc:docMk/>
            <pc:sldMk cId="1015628987" sldId="265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40.801" v="5" actId="20577"/>
          <ac:spMkLst>
            <pc:docMk/>
            <pc:sldMk cId="1015628987" sldId="265"/>
            <ac:spMk id="51" creationId="{8468B4D1-542F-4609-8683-E7CD1C0C8E89}"/>
          </ac:spMkLst>
        </pc:spChg>
      </pc:sldChg>
      <pc:sldChg chg="modSp mod">
        <pc:chgData name="Sam O'Neill" userId="cb323814-a42a-4cfe-bc74-03f595e56f6e" providerId="ADAL" clId="{9F4997BB-997B-4284-9762-6094160B5FAB}" dt="2021-02-25T13:02:49.533" v="11" actId="20577"/>
        <pc:sldMkLst>
          <pc:docMk/>
          <pc:sldMk cId="33371456" sldId="266"/>
        </pc:sldMkLst>
        <pc:spChg chg="mod">
          <ac:chgData name="Sam O'Neill" userId="cb323814-a42a-4cfe-bc74-03f595e56f6e" providerId="ADAL" clId="{9F4997BB-997B-4284-9762-6094160B5FAB}" dt="2021-02-25T13:02:49.533" v="11" actId="20577"/>
          <ac:spMkLst>
            <pc:docMk/>
            <pc:sldMk cId="33371456" sldId="266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47.811" v="9" actId="20577"/>
          <ac:spMkLst>
            <pc:docMk/>
            <pc:sldMk cId="33371456" sldId="266"/>
            <ac:spMk id="51" creationId="{8468B4D1-542F-4609-8683-E7CD1C0C8E89}"/>
          </ac:spMkLst>
        </pc:spChg>
      </pc:sldChg>
      <pc:sldChg chg="modSp mod">
        <pc:chgData name="Sam O'Neill" userId="cb323814-a42a-4cfe-bc74-03f595e56f6e" providerId="ADAL" clId="{9F4997BB-997B-4284-9762-6094160B5FAB}" dt="2021-02-25T13:02:57.834" v="15" actId="20577"/>
        <pc:sldMkLst>
          <pc:docMk/>
          <pc:sldMk cId="2971156365" sldId="267"/>
        </pc:sldMkLst>
        <pc:spChg chg="mod">
          <ac:chgData name="Sam O'Neill" userId="cb323814-a42a-4cfe-bc74-03f595e56f6e" providerId="ADAL" clId="{9F4997BB-997B-4284-9762-6094160B5FAB}" dt="2021-02-25T13:02:57.834" v="15" actId="20577"/>
          <ac:spMkLst>
            <pc:docMk/>
            <pc:sldMk cId="2971156365" sldId="267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55.430" v="13" actId="20577"/>
          <ac:spMkLst>
            <pc:docMk/>
            <pc:sldMk cId="2971156365" sldId="267"/>
            <ac:spMk id="51" creationId="{8468B4D1-542F-4609-8683-E7CD1C0C8E89}"/>
          </ac:spMkLst>
        </pc:spChg>
      </pc:sldChg>
      <pc:sldChg chg="addSp delSp add del mod">
        <pc:chgData name="Sam O'Neill" userId="cb323814-a42a-4cfe-bc74-03f595e56f6e" providerId="ADAL" clId="{9F4997BB-997B-4284-9762-6094160B5FAB}" dt="2021-03-03T17:06:20.128" v="19"/>
        <pc:sldMkLst>
          <pc:docMk/>
          <pc:sldMk cId="1469130067" sldId="270"/>
        </pc:sldMkLst>
        <pc:spChg chg="add del">
          <ac:chgData name="Sam O'Neill" userId="cb323814-a42a-4cfe-bc74-03f595e56f6e" providerId="ADAL" clId="{9F4997BB-997B-4284-9762-6094160B5FAB}" dt="2021-03-03T17:06:19.554" v="18" actId="478"/>
          <ac:spMkLst>
            <pc:docMk/>
            <pc:sldMk cId="1469130067" sldId="270"/>
            <ac:spMk id="46" creationId="{3C0A56F4-4E53-4ED6-A318-2C6CDA4078C5}"/>
          </ac:spMkLst>
        </pc:spChg>
        <pc:spChg chg="add del">
          <ac:chgData name="Sam O'Neill" userId="cb323814-a42a-4cfe-bc74-03f595e56f6e" providerId="ADAL" clId="{9F4997BB-997B-4284-9762-6094160B5FAB}" dt="2021-03-03T17:06:19.554" v="18" actId="478"/>
          <ac:spMkLst>
            <pc:docMk/>
            <pc:sldMk cId="1469130067" sldId="270"/>
            <ac:spMk id="47" creationId="{110B478F-C704-4E47-AD3E-BA2C671E7486}"/>
          </ac:spMkLst>
        </pc:spChg>
      </pc:sldChg>
      <pc:sldChg chg="delSp add mod">
        <pc:chgData name="Sam O'Neill" userId="cb323814-a42a-4cfe-bc74-03f595e56f6e" providerId="ADAL" clId="{9F4997BB-997B-4284-9762-6094160B5FAB}" dt="2021-03-03T17:06:35.146" v="22" actId="478"/>
        <pc:sldMkLst>
          <pc:docMk/>
          <pc:sldMk cId="2391681864" sldId="270"/>
        </pc:sldMkLst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6" creationId="{3C0A56F4-4E53-4ED6-A318-2C6CDA4078C5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7" creationId="{110B478F-C704-4E47-AD3E-BA2C671E7486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8" creationId="{994AD732-6B91-46AA-BB48-71AA9FE0648A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9" creationId="{E5512397-2A85-40AC-A7F4-4F3552D92322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50" creationId="{8E897450-7B6E-4147-84AC-FBF118E074C1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51" creationId="{8468B4D1-542F-4609-8683-E7CD1C0C8E89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2" creationId="{B915F69C-1966-48F7-A5FA-7DF208F0C9C4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3" creationId="{48C530BB-F67C-4781-A00A-356A93A4F4DF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4" creationId="{FAFF342D-957C-4B70-880A-BFDC9AFA43ED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5" creationId="{1F8ABEE6-61EB-4246-BB61-8CB189AA373C}"/>
          </ac:spMkLst>
        </pc:sp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91080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91080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9379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9379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38077B6-1EE9-4200-A2A5-1BBCF4686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38077B6-1EE9-4200-A2A5-1BBCF4686A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D2A84B4-07A0-4CC0-B227-AD05EA08D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D2A84B4-07A0-4CC0-B227-AD05EA08D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9C1C0DB5-4780-445B-BE97-33950454CD8D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1BA99-1F0A-4554-8B8A-5F048E61A844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2368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910727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910727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CB50F38-9376-4EE7-838E-BD4AC8A42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CB50F38-9376-4EE7-838E-BD4AC8A42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D90F9BB-46B1-4E88-A963-ABD8BFFA5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D90F9BB-46B1-4E88-A963-ABD8BFFA5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350BDF8F-8E4A-4530-990C-6712E2A5391C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4C66A7-059E-4848-BBFD-DDD88679E5B3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63628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60108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60108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5B2285A5-670F-470A-8B8E-254C413C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5B2285A5-670F-470A-8B8E-254C413CE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500F9B6-B3B1-4F03-B18D-38FAFE96D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500F9B6-B3B1-4F03-B18D-38FAFE96D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4C48827-DC58-4BEE-8E68-0AF61D0BC95A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41B690-817B-4C8D-AE18-FDBAA947BB5A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01979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2676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2676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66C5692-FE38-499F-93B2-EE68DACFD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66C5692-FE38-499F-93B2-EE68DACFD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C58CDC-651B-4ADB-93D3-6F336E82F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C58CDC-651B-4ADB-93D3-6F336E82F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03F96729-A274-4B6C-A8A8-A9EDA7EE3FF0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0A0077-BDB0-43A8-9B79-BB32FDF7AFB3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5618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128311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128311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32038A-0981-4C47-9844-8E5CEDF5C68C}"/>
              </a:ext>
            </a:extLst>
          </p:cNvPr>
          <p:cNvSpPr txBox="1"/>
          <p:nvPr/>
        </p:nvSpPr>
        <p:spPr>
          <a:xfrm>
            <a:off x="849489" y="5014590"/>
            <a:ext cx="5274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Shortest Path found by working backwards from node 4 and following the predecessors </a:t>
            </a:r>
          </a:p>
          <a:p>
            <a:endParaRPr lang="en-GB" dirty="0"/>
          </a:p>
          <a:p>
            <a:r>
              <a:rPr lang="en-GB" dirty="0"/>
              <a:t>(1,3,4) with a total of 5</a:t>
            </a:r>
          </a:p>
          <a:p>
            <a:r>
              <a:rPr lang="en-GB" dirty="0"/>
              <a:t>(1,2,3,4) also has a total of 5: both are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5640A86-EA71-42F8-A7D6-5C5911082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5640A86-EA71-42F8-A7D6-5C5911082F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E9A2B86-D6FC-4254-8807-7D6863848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E9A2B86-D6FC-4254-8807-7D6863848E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8A6FAE9D-3FA7-4231-802E-BE86A04C622E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181563-521B-4E3F-8C70-CF5DDE0A23FE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518822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95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40824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391681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2379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2379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51127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151764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151764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197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97036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97036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1562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322107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322107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3371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55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462870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462870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4FF0C5-34D4-4EED-865F-115E4CA09074}"/>
              </a:ext>
            </a:extLst>
          </p:cNvPr>
          <p:cNvSpPr txBox="1"/>
          <p:nvPr/>
        </p:nvSpPr>
        <p:spPr>
          <a:xfrm>
            <a:off x="849489" y="5014590"/>
            <a:ext cx="5274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Shortest Path found by working backwards from node 2 and following the predecessors </a:t>
            </a:r>
          </a:p>
          <a:p>
            <a:endParaRPr lang="en-GB" dirty="0"/>
          </a:p>
          <a:p>
            <a:r>
              <a:rPr lang="en-GB"/>
              <a:t>(1,3,4,2) </a:t>
            </a:r>
            <a:r>
              <a:rPr lang="en-GB" dirty="0"/>
              <a:t>with a total </a:t>
            </a:r>
            <a:r>
              <a:rPr lang="en-GB"/>
              <a:t>of 55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15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604</Words>
  <Application>Microsoft Office PowerPoint</Application>
  <PresentationFormat>Widescreen</PresentationFormat>
  <Paragraphs>566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8 - Tutorial - Networks - Q2 Answers</dc:title>
  <dc:creator>Sam O'Neill</dc:creator>
  <cp:lastModifiedBy>Sam O'Neill</cp:lastModifiedBy>
  <cp:revision>1</cp:revision>
  <dcterms:created xsi:type="dcterms:W3CDTF">2020-02-19T12:48:13Z</dcterms:created>
  <dcterms:modified xsi:type="dcterms:W3CDTF">2021-03-03T17:06:55Z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