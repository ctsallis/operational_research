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8" r:id="rId5"/>
    <p:sldId id="262" r:id="rId6"/>
    <p:sldId id="269" r:id="rId7"/>
    <p:sldId id="271" r:id="rId8"/>
    <p:sldId id="272" r:id="rId9"/>
    <p:sldId id="273" r:id="rId10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E0084-255B-4277-86AA-190AB207A58A}" v="8" dt="2021-02-25T09:28:52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E67E0084-255B-4277-86AA-190AB207A58A}"/>
    <pc:docChg chg="undo custSel addSld delSld modSld">
      <pc:chgData name="Sam O'Neill" userId="cb323814-a42a-4cfe-bc74-03f595e56f6e" providerId="ADAL" clId="{E67E0084-255B-4277-86AA-190AB207A58A}" dt="2021-02-25T13:01:31.216" v="376" actId="1076"/>
      <pc:docMkLst>
        <pc:docMk/>
      </pc:docMkLst>
      <pc:sldChg chg="del">
        <pc:chgData name="Sam O'Neill" userId="cb323814-a42a-4cfe-bc74-03f595e56f6e" providerId="ADAL" clId="{E67E0084-255B-4277-86AA-190AB207A58A}" dt="2021-02-25T09:18:17.506" v="13" actId="47"/>
        <pc:sldMkLst>
          <pc:docMk/>
          <pc:sldMk cId="2236868177" sldId="256"/>
        </pc:sldMkLst>
      </pc:sldChg>
      <pc:sldChg chg="del">
        <pc:chgData name="Sam O'Neill" userId="cb323814-a42a-4cfe-bc74-03f595e56f6e" providerId="ADAL" clId="{E67E0084-255B-4277-86AA-190AB207A58A}" dt="2021-02-25T09:18:18.214" v="14" actId="47"/>
        <pc:sldMkLst>
          <pc:docMk/>
          <pc:sldMk cId="3636284364" sldId="257"/>
        </pc:sldMkLst>
      </pc:sldChg>
      <pc:sldChg chg="del">
        <pc:chgData name="Sam O'Neill" userId="cb323814-a42a-4cfe-bc74-03f595e56f6e" providerId="ADAL" clId="{E67E0084-255B-4277-86AA-190AB207A58A}" dt="2021-02-25T09:18:18.713" v="15" actId="47"/>
        <pc:sldMkLst>
          <pc:docMk/>
          <pc:sldMk cId="3019798492" sldId="258"/>
        </pc:sldMkLst>
      </pc:sldChg>
      <pc:sldChg chg="del">
        <pc:chgData name="Sam O'Neill" userId="cb323814-a42a-4cfe-bc74-03f595e56f6e" providerId="ADAL" clId="{E67E0084-255B-4277-86AA-190AB207A58A}" dt="2021-02-25T09:18:19.025" v="16" actId="47"/>
        <pc:sldMkLst>
          <pc:docMk/>
          <pc:sldMk cId="656187815" sldId="259"/>
        </pc:sldMkLst>
      </pc:sldChg>
      <pc:sldChg chg="del">
        <pc:chgData name="Sam O'Neill" userId="cb323814-a42a-4cfe-bc74-03f595e56f6e" providerId="ADAL" clId="{E67E0084-255B-4277-86AA-190AB207A58A}" dt="2021-02-25T09:18:19.188" v="17" actId="47"/>
        <pc:sldMkLst>
          <pc:docMk/>
          <pc:sldMk cId="1518822429" sldId="260"/>
        </pc:sldMkLst>
      </pc:sldChg>
      <pc:sldChg chg="del">
        <pc:chgData name="Sam O'Neill" userId="cb323814-a42a-4cfe-bc74-03f595e56f6e" providerId="ADAL" clId="{E67E0084-255B-4277-86AA-190AB207A58A}" dt="2021-02-25T09:18:19.691" v="19" actId="47"/>
        <pc:sldMkLst>
          <pc:docMk/>
          <pc:sldMk cId="1408240335" sldId="261"/>
        </pc:sldMkLst>
      </pc:sldChg>
      <pc:sldChg chg="modSp add del mod">
        <pc:chgData name="Sam O'Neill" userId="cb323814-a42a-4cfe-bc74-03f595e56f6e" providerId="ADAL" clId="{E67E0084-255B-4277-86AA-190AB207A58A}" dt="2021-02-25T09:19:09.681" v="37" actId="20577"/>
        <pc:sldMkLst>
          <pc:docMk/>
          <pc:sldMk cId="1008675493" sldId="262"/>
        </pc:sldMkLst>
        <pc:spChg chg="mod">
          <ac:chgData name="Sam O'Neill" userId="cb323814-a42a-4cfe-bc74-03f595e56f6e" providerId="ADAL" clId="{E67E0084-255B-4277-86AA-190AB207A58A}" dt="2021-02-25T09:17:44.851" v="5" actId="20577"/>
          <ac:spMkLst>
            <pc:docMk/>
            <pc:sldMk cId="1008675493" sldId="262"/>
            <ac:spMk id="12" creationId="{9D852745-4FF0-482E-920C-D2BAF2AA789B}"/>
          </ac:spMkLst>
        </pc:spChg>
        <pc:spChg chg="mod">
          <ac:chgData name="Sam O'Neill" userId="cb323814-a42a-4cfe-bc74-03f595e56f6e" providerId="ADAL" clId="{E67E0084-255B-4277-86AA-190AB207A58A}" dt="2021-02-25T09:18:04.635" v="12" actId="20577"/>
          <ac:spMkLst>
            <pc:docMk/>
            <pc:sldMk cId="1008675493" sldId="262"/>
            <ac:spMk id="13" creationId="{35512717-59AF-440F-A4A8-6B386F563E5B}"/>
          </ac:spMkLst>
        </pc:spChg>
        <pc:spChg chg="mod">
          <ac:chgData name="Sam O'Neill" userId="cb323814-a42a-4cfe-bc74-03f595e56f6e" providerId="ADAL" clId="{E67E0084-255B-4277-86AA-190AB207A58A}" dt="2021-02-25T09:18:00.952" v="10" actId="20577"/>
          <ac:spMkLst>
            <pc:docMk/>
            <pc:sldMk cId="1008675493" sldId="262"/>
            <ac:spMk id="14" creationId="{660CA8F4-5A06-4F08-9699-C616A9018516}"/>
          </ac:spMkLst>
        </pc:spChg>
        <pc:spChg chg="mod">
          <ac:chgData name="Sam O'Neill" userId="cb323814-a42a-4cfe-bc74-03f595e56f6e" providerId="ADAL" clId="{E67E0084-255B-4277-86AA-190AB207A58A}" dt="2021-02-25T09:17:51.667" v="7" actId="20577"/>
          <ac:spMkLst>
            <pc:docMk/>
            <pc:sldMk cId="1008675493" sldId="262"/>
            <ac:spMk id="17" creationId="{12E9D1AF-A8E4-4591-8CE4-34D545556316}"/>
          </ac:spMkLst>
        </pc:spChg>
        <pc:graphicFrameChg chg="modGraphic">
          <ac:chgData name="Sam O'Neill" userId="cb323814-a42a-4cfe-bc74-03f595e56f6e" providerId="ADAL" clId="{E67E0084-255B-4277-86AA-190AB207A58A}" dt="2021-02-25T09:19:09.681" v="37" actId="20577"/>
          <ac:graphicFrameMkLst>
            <pc:docMk/>
            <pc:sldMk cId="1008675493" sldId="26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18:45.749" v="32" actId="208"/>
          <ac:cxnSpMkLst>
            <pc:docMk/>
            <pc:sldMk cId="1008675493" sldId="262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18:43.190" v="31" actId="208"/>
          <ac:cxnSpMkLst>
            <pc:docMk/>
            <pc:sldMk cId="1008675493" sldId="262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17:35.495" v="2"/>
          <ac:cxnSpMkLst>
            <pc:docMk/>
            <pc:sldMk cId="1008675493" sldId="262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17:24.128" v="1" actId="14100"/>
          <ac:cxnSpMkLst>
            <pc:docMk/>
            <pc:sldMk cId="1008675493" sldId="262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975" v="20" actId="47"/>
        <pc:sldMkLst>
          <pc:docMk/>
          <pc:sldMk cId="1511273253" sldId="263"/>
        </pc:sldMkLst>
      </pc:sldChg>
      <pc:sldChg chg="del">
        <pc:chgData name="Sam O'Neill" userId="cb323814-a42a-4cfe-bc74-03f595e56f6e" providerId="ADAL" clId="{E67E0084-255B-4277-86AA-190AB207A58A}" dt="2021-02-25T09:18:20.395" v="21" actId="47"/>
        <pc:sldMkLst>
          <pc:docMk/>
          <pc:sldMk cId="61977443" sldId="264"/>
        </pc:sldMkLst>
      </pc:sldChg>
      <pc:sldChg chg="del">
        <pc:chgData name="Sam O'Neill" userId="cb323814-a42a-4cfe-bc74-03f595e56f6e" providerId="ADAL" clId="{E67E0084-255B-4277-86AA-190AB207A58A}" dt="2021-02-25T09:18:20.571" v="22" actId="47"/>
        <pc:sldMkLst>
          <pc:docMk/>
          <pc:sldMk cId="1015628987" sldId="265"/>
        </pc:sldMkLst>
      </pc:sldChg>
      <pc:sldChg chg="del">
        <pc:chgData name="Sam O'Neill" userId="cb323814-a42a-4cfe-bc74-03f595e56f6e" providerId="ADAL" clId="{E67E0084-255B-4277-86AA-190AB207A58A}" dt="2021-02-25T09:18:20.744" v="23" actId="47"/>
        <pc:sldMkLst>
          <pc:docMk/>
          <pc:sldMk cId="33371456" sldId="266"/>
        </pc:sldMkLst>
      </pc:sldChg>
      <pc:sldChg chg="del">
        <pc:chgData name="Sam O'Neill" userId="cb323814-a42a-4cfe-bc74-03f595e56f6e" providerId="ADAL" clId="{E67E0084-255B-4277-86AA-190AB207A58A}" dt="2021-02-25T09:18:20.909" v="24" actId="47"/>
        <pc:sldMkLst>
          <pc:docMk/>
          <pc:sldMk cId="2971156365" sldId="267"/>
        </pc:sldMkLst>
      </pc:sldChg>
      <pc:sldChg chg="add del">
        <pc:chgData name="Sam O'Neill" userId="cb323814-a42a-4cfe-bc74-03f595e56f6e" providerId="ADAL" clId="{E67E0084-255B-4277-86AA-190AB207A58A}" dt="2021-02-25T09:18:22.314" v="27" actId="47"/>
        <pc:sldMkLst>
          <pc:docMk/>
          <pc:sldMk cId="1489325174" sldId="268"/>
        </pc:sldMkLst>
      </pc:sldChg>
      <pc:sldChg chg="addSp delSp modSp add mod">
        <pc:chgData name="Sam O'Neill" userId="cb323814-a42a-4cfe-bc74-03f595e56f6e" providerId="ADAL" clId="{E67E0084-255B-4277-86AA-190AB207A58A}" dt="2021-02-25T11:15:35.057" v="238" actId="1036"/>
        <pc:sldMkLst>
          <pc:docMk/>
          <pc:sldMk cId="686035819" sldId="269"/>
        </pc:sldMkLst>
        <pc:spChg chg="mod">
          <ac:chgData name="Sam O'Neill" userId="cb323814-a42a-4cfe-bc74-03f595e56f6e" providerId="ADAL" clId="{E67E0084-255B-4277-86AA-190AB207A58A}" dt="2021-02-25T09:18:36.315" v="30" actId="207"/>
          <ac:spMkLst>
            <pc:docMk/>
            <pc:sldMk cId="686035819" sldId="269"/>
            <ac:spMk id="4" creationId="{A4AC7884-2CE9-4AB9-BE3C-CED67042CFF5}"/>
          </ac:spMkLst>
        </pc:spChg>
        <pc:spChg chg="mod">
          <ac:chgData name="Sam O'Neill" userId="cb323814-a42a-4cfe-bc74-03f595e56f6e" providerId="ADAL" clId="{E67E0084-255B-4277-86AA-190AB207A58A}" dt="2021-02-25T10:53:42.525" v="237" actId="1035"/>
          <ac:spMkLst>
            <pc:docMk/>
            <pc:sldMk cId="686035819" sldId="269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09:21:04.586" v="62" actId="207"/>
          <ac:spMkLst>
            <pc:docMk/>
            <pc:sldMk cId="686035819" sldId="269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1:09.135" v="64" actId="20577"/>
          <ac:spMkLst>
            <pc:docMk/>
            <pc:sldMk cId="686035819" sldId="269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09:19:59.123" v="45" actId="207"/>
          <ac:spMkLst>
            <pc:docMk/>
            <pc:sldMk cId="686035819" sldId="269"/>
            <ac:spMk id="27" creationId="{AB05225C-DDE7-406D-AF03-114AB70EF903}"/>
          </ac:spMkLst>
        </pc:spChg>
        <pc:spChg chg="add del mod">
          <ac:chgData name="Sam O'Neill" userId="cb323814-a42a-4cfe-bc74-03f595e56f6e" providerId="ADAL" clId="{E67E0084-255B-4277-86AA-190AB207A58A}" dt="2021-02-25T09:19:22.432" v="42" actId="20577"/>
          <ac:spMkLst>
            <pc:docMk/>
            <pc:sldMk cId="686035819" sldId="269"/>
            <ac:spMk id="28" creationId="{17B4DBF8-730A-41E5-A5DF-D89BDF40EC12}"/>
          </ac:spMkLst>
        </pc:spChg>
        <pc:spChg chg="add del mod">
          <ac:chgData name="Sam O'Neill" userId="cb323814-a42a-4cfe-bc74-03f595e56f6e" providerId="ADAL" clId="{E67E0084-255B-4277-86AA-190AB207A58A}" dt="2021-02-25T09:24:03.067" v="104" actId="20577"/>
          <ac:spMkLst>
            <pc:docMk/>
            <pc:sldMk cId="686035819" sldId="269"/>
            <ac:spMk id="29" creationId="{0E1426E5-83F0-407B-B76B-34E6B516309B}"/>
          </ac:spMkLst>
        </pc:spChg>
        <pc:spChg chg="mod">
          <ac:chgData name="Sam O'Neill" userId="cb323814-a42a-4cfe-bc74-03f595e56f6e" providerId="ADAL" clId="{E67E0084-255B-4277-86AA-190AB207A58A}" dt="2021-02-25T09:20:10.331" v="49" actId="20577"/>
          <ac:spMkLst>
            <pc:docMk/>
            <pc:sldMk cId="686035819" sldId="269"/>
            <ac:spMk id="30" creationId="{C7C06208-3D0A-45BD-8858-27D49CE23890}"/>
          </ac:spMkLst>
        </pc:spChg>
        <pc:graphicFrameChg chg="mod modGraphic">
          <ac:chgData name="Sam O'Neill" userId="cb323814-a42a-4cfe-bc74-03f595e56f6e" providerId="ADAL" clId="{E67E0084-255B-4277-86AA-190AB207A58A}" dt="2021-02-25T11:15:35.057" v="238" actId="1036"/>
          <ac:graphicFrameMkLst>
            <pc:docMk/>
            <pc:sldMk cId="686035819" sldId="26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20:57.109" v="59" actId="208"/>
          <ac:cxnSpMkLst>
            <pc:docMk/>
            <pc:sldMk cId="686035819" sldId="269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416" v="18" actId="47"/>
        <pc:sldMkLst>
          <pc:docMk/>
          <pc:sldMk cId="690957205" sldId="269"/>
        </pc:sldMkLst>
      </pc:sldChg>
      <pc:sldChg chg="modSp add del mod">
        <pc:chgData name="Sam O'Neill" userId="cb323814-a42a-4cfe-bc74-03f595e56f6e" providerId="ADAL" clId="{E67E0084-255B-4277-86AA-190AB207A58A}" dt="2021-02-25T09:21:30.382" v="68" actId="47"/>
        <pc:sldMkLst>
          <pc:docMk/>
          <pc:sldMk cId="251833705" sldId="270"/>
        </pc:sldMkLst>
        <pc:spChg chg="mod">
          <ac:chgData name="Sam O'Neill" userId="cb323814-a42a-4cfe-bc74-03f595e56f6e" providerId="ADAL" clId="{E67E0084-255B-4277-86AA-190AB207A58A}" dt="2021-02-25T09:20:47.067" v="58" actId="20577"/>
          <ac:spMkLst>
            <pc:docMk/>
            <pc:sldMk cId="251833705" sldId="270"/>
            <ac:spMk id="29" creationId="{0E1426E5-83F0-407B-B76B-34E6B516309B}"/>
          </ac:spMkLst>
        </pc:spChg>
        <pc:cxnChg chg="mod">
          <ac:chgData name="Sam O'Neill" userId="cb323814-a42a-4cfe-bc74-03f595e56f6e" providerId="ADAL" clId="{E67E0084-255B-4277-86AA-190AB207A58A}" dt="2021-02-25T09:20:40.117" v="56" actId="208"/>
          <ac:cxnSpMkLst>
            <pc:docMk/>
            <pc:sldMk cId="251833705" sldId="27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0:37.588" v="55" actId="208"/>
          <ac:cxnSpMkLst>
            <pc:docMk/>
            <pc:sldMk cId="251833705" sldId="270"/>
            <ac:cxnSpMk id="8" creationId="{BC197D40-1684-44DE-9EDA-136ED477BCF5}"/>
          </ac:cxnSpMkLst>
        </pc:cxnChg>
      </pc:sldChg>
      <pc:sldChg chg="add del">
        <pc:chgData name="Sam O'Neill" userId="cb323814-a42a-4cfe-bc74-03f595e56f6e" providerId="ADAL" clId="{E67E0084-255B-4277-86AA-190AB207A58A}" dt="2021-02-25T09:19:11.351" v="38" actId="47"/>
        <pc:sldMkLst>
          <pc:docMk/>
          <pc:sldMk cId="3926023608" sldId="270"/>
        </pc:sldMkLst>
      </pc:sldChg>
      <pc:sldChg chg="modSp add mod">
        <pc:chgData name="Sam O'Neill" userId="cb323814-a42a-4cfe-bc74-03f595e56f6e" providerId="ADAL" clId="{E67E0084-255B-4277-86AA-190AB207A58A}" dt="2021-02-25T13:00:08.842" v="240" actId="20577"/>
        <pc:sldMkLst>
          <pc:docMk/>
          <pc:sldMk cId="2914911890" sldId="271"/>
        </pc:sldMkLst>
        <pc:spChg chg="mod">
          <ac:chgData name="Sam O'Neill" userId="cb323814-a42a-4cfe-bc74-03f595e56f6e" providerId="ADAL" clId="{E67E0084-255B-4277-86AA-190AB207A58A}" dt="2021-02-25T09:22:13.749" v="77" actId="207"/>
          <ac:spMkLst>
            <pc:docMk/>
            <pc:sldMk cId="2914911890" sldId="271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13:00:08.842" v="240" actId="20577"/>
          <ac:spMkLst>
            <pc:docMk/>
            <pc:sldMk cId="2914911890" sldId="271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4:08.095" v="106" actId="20577"/>
          <ac:graphicFrameMkLst>
            <pc:docMk/>
            <pc:sldMk cId="2914911890" sldId="271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2:06.219" v="76" actId="208"/>
          <ac:cxnSpMkLst>
            <pc:docMk/>
            <pc:sldMk cId="2914911890" sldId="271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1:54.766" v="74" actId="208"/>
          <ac:cxnSpMkLst>
            <pc:docMk/>
            <pc:sldMk cId="2914911890" sldId="271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22:03.910" v="75" actId="208"/>
          <ac:cxnSpMkLst>
            <pc:docMk/>
            <pc:sldMk cId="2914911890" sldId="271"/>
            <ac:cxnSpMk id="16" creationId="{76EED234-DD45-491C-AAFD-9FB0D54CBA77}"/>
          </ac:cxnSpMkLst>
        </pc:cxnChg>
      </pc:sldChg>
      <pc:sldChg chg="modSp add mod">
        <pc:chgData name="Sam O'Neill" userId="cb323814-a42a-4cfe-bc74-03f595e56f6e" providerId="ADAL" clId="{E67E0084-255B-4277-86AA-190AB207A58A}" dt="2021-02-25T13:00:13.259" v="242" actId="20577"/>
        <pc:sldMkLst>
          <pc:docMk/>
          <pc:sldMk cId="2479047635" sldId="272"/>
        </pc:sldMkLst>
        <pc:spChg chg="mod">
          <ac:chgData name="Sam O'Neill" userId="cb323814-a42a-4cfe-bc74-03f595e56f6e" providerId="ADAL" clId="{E67E0084-255B-4277-86AA-190AB207A58A}" dt="2021-02-25T09:24:32.207" v="107" actId="207"/>
          <ac:spMkLst>
            <pc:docMk/>
            <pc:sldMk cId="2479047635" sldId="272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09:25:44.594" v="125" actId="207"/>
          <ac:spMkLst>
            <pc:docMk/>
            <pc:sldMk cId="2479047635" sldId="272"/>
            <ac:spMk id="9" creationId="{488E1463-3BC0-4163-814E-5D5063B34F5E}"/>
          </ac:spMkLst>
        </pc:spChg>
        <pc:spChg chg="mod">
          <ac:chgData name="Sam O'Neill" userId="cb323814-a42a-4cfe-bc74-03f595e56f6e" providerId="ADAL" clId="{E67E0084-255B-4277-86AA-190AB207A58A}" dt="2021-02-25T09:25:16.969" v="117" actId="20577"/>
          <ac:spMkLst>
            <pc:docMk/>
            <pc:sldMk cId="2479047635" sldId="272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6:23.110" v="135" actId="20577"/>
          <ac:spMkLst>
            <pc:docMk/>
            <pc:sldMk cId="2479047635" sldId="272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13:00:13.259" v="242" actId="20577"/>
          <ac:spMkLst>
            <pc:docMk/>
            <pc:sldMk cId="2479047635" sldId="272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5:26.208" v="120" actId="20577"/>
          <ac:graphicFrameMkLst>
            <pc:docMk/>
            <pc:sldMk cId="2479047635" sldId="27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4:39.128" v="108" actId="208"/>
          <ac:cxnSpMkLst>
            <pc:docMk/>
            <pc:sldMk cId="2479047635" sldId="272"/>
            <ac:cxnSpMk id="11" creationId="{2BA14BF3-2039-45E5-B261-5D722168AB57}"/>
          </ac:cxnSpMkLst>
        </pc:cxnChg>
      </pc:sldChg>
      <pc:sldChg chg="addSp modSp add mod">
        <pc:chgData name="Sam O'Neill" userId="cb323814-a42a-4cfe-bc74-03f595e56f6e" providerId="ADAL" clId="{E67E0084-255B-4277-86AA-190AB207A58A}" dt="2021-02-25T13:01:31.216" v="376" actId="1076"/>
        <pc:sldMkLst>
          <pc:docMk/>
          <pc:sldMk cId="2704702801" sldId="273"/>
        </pc:sldMkLst>
        <pc:spChg chg="add mod">
          <ac:chgData name="Sam O'Neill" userId="cb323814-a42a-4cfe-bc74-03f595e56f6e" providerId="ADAL" clId="{E67E0084-255B-4277-86AA-190AB207A58A}" dt="2021-02-25T13:01:31.216" v="376" actId="1076"/>
          <ac:spMkLst>
            <pc:docMk/>
            <pc:sldMk cId="2704702801" sldId="273"/>
            <ac:spMk id="2" creationId="{C1606A47-46D9-4E56-83D7-0B9BCC38D641}"/>
          </ac:spMkLst>
        </pc:spChg>
        <pc:spChg chg="mod">
          <ac:chgData name="Sam O'Neill" userId="cb323814-a42a-4cfe-bc74-03f595e56f6e" providerId="ADAL" clId="{E67E0084-255B-4277-86AA-190AB207A58A}" dt="2021-02-25T09:26:01.423" v="129" actId="207"/>
          <ac:spMkLst>
            <pc:docMk/>
            <pc:sldMk cId="2704702801" sldId="273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13:00:29.025" v="246" actId="20577"/>
          <ac:spMkLst>
            <pc:docMk/>
            <pc:sldMk cId="2704702801" sldId="273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13:00:26.479" v="244" actId="20577"/>
          <ac:spMkLst>
            <pc:docMk/>
            <pc:sldMk cId="2704702801" sldId="273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8:24.464" v="140" actId="20577"/>
          <ac:graphicFrameMkLst>
            <pc:docMk/>
            <pc:sldMk cId="2704702801" sldId="273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6:05.993" v="130" actId="208"/>
          <ac:cxnSpMkLst>
            <pc:docMk/>
            <pc:sldMk cId="2704702801" sldId="273"/>
            <ac:cxnSpMk id="11" creationId="{2BA14BF3-2039-45E5-B261-5D722168AB57}"/>
          </ac:cxnSpMkLst>
        </pc:cxn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Dijkstra with a negative edge weight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86788" y="174430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41867"/>
            <a:ext cx="1380644" cy="83345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81918" y="2141867"/>
            <a:ext cx="1399786" cy="83345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860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9149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47904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06A47-46D9-4E56-83D7-0B9BCC38D641}"/>
              </a:ext>
            </a:extLst>
          </p:cNvPr>
          <p:cNvSpPr txBox="1"/>
          <p:nvPr/>
        </p:nvSpPr>
        <p:spPr>
          <a:xfrm>
            <a:off x="991076" y="4128949"/>
            <a:ext cx="51049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best path from our table for 1 -&gt; 2?</a:t>
            </a:r>
          </a:p>
          <a:p>
            <a:endParaRPr lang="en-GB" dirty="0"/>
          </a:p>
          <a:p>
            <a:r>
              <a:rPr lang="en-GB" dirty="0"/>
              <a:t>1-2 with distance 1</a:t>
            </a:r>
          </a:p>
          <a:p>
            <a:endParaRPr lang="en-GB" dirty="0"/>
          </a:p>
          <a:p>
            <a:r>
              <a:rPr lang="en-GB" dirty="0"/>
              <a:t>Is there a better path?</a:t>
            </a:r>
          </a:p>
          <a:p>
            <a:endParaRPr lang="en-GB" dirty="0"/>
          </a:p>
          <a:p>
            <a:r>
              <a:rPr lang="en-GB" dirty="0"/>
              <a:t>Yes 1-3-4-2 has a distance of -1.</a:t>
            </a:r>
          </a:p>
          <a:p>
            <a:endParaRPr lang="en-GB" dirty="0"/>
          </a:p>
          <a:p>
            <a:r>
              <a:rPr lang="en-GB" dirty="0"/>
              <a:t>Dijkstra delivered a suboptimal solution, i.e. it failed.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8768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Vertex 4 is already permanent, so its label stays 2: the shorter 3 + (−5) = −2 is never used.</a:t>
            </a:r>
          </a:p>
        </p:txBody>
      </p:sp>
    </p:spTree>
    <p:extLst>
      <p:ext uri="{BB962C8B-B14F-4D97-AF65-F5344CB8AC3E}">
        <p14:creationId xmlns:p14="http://schemas.microsoft.com/office/powerpoint/2010/main" val="270470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252</Words>
  <Application>Microsoft Office PowerPoint</Application>
  <PresentationFormat>Widescreen</PresentationFormat>
  <Paragraphs>209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Negative weight example (Dijkstra fails)</dc:title>
  <dc:creator>Sam O'Neill</dc:creator>
  <cp:lastModifiedBy>Sam O'Neill</cp:lastModifiedBy>
  <cp:revision>1</cp:revision>
  <dcterms:created xsi:type="dcterms:W3CDTF">2020-02-19T12:48:13Z</dcterms:created>
  <dcterms:modified xsi:type="dcterms:W3CDTF">2021-02-25T13:01:56Z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