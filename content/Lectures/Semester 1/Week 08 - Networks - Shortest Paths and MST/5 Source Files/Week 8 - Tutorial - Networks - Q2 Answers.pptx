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8" r:id="rId5"/>
    <p:sldId id="262" r:id="rId6"/>
    <p:sldId id="256" r:id="rId7"/>
    <p:sldId id="257" r:id="rId8"/>
    <p:sldId id="258" r:id="rId9"/>
    <p:sldId id="259" r:id="rId10"/>
    <p:sldId id="260" r:id="rId11"/>
    <p:sldId id="269" r:id="rId12"/>
    <p:sldId id="261" r:id="rId13"/>
    <p:sldId id="270" r:id="rId14"/>
    <p:sldId id="263" r:id="rId15"/>
    <p:sldId id="264" r:id="rId16"/>
    <p:sldId id="265" r:id="rId17"/>
    <p:sldId id="266" r:id="rId18"/>
    <p:sldId id="267" r:id="rId19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997BB-997B-4284-9762-6094160B5FAB}" v="3" dt="2021-03-03T17:06:22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">
      <pc:chgData name="Sam O'Neill" userId="cb323814-a42a-4cfe-bc74-03f595e56f6e" providerId="ADAL" clId="{A5E7FCF8-C4C8-46EB-AC18-5B5D2EF6B4D7}" dt="2020-02-19T13:41:07.150" v="408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  <pc:docChgLst>
    <pc:chgData name="Sam O'Neill" userId="cb323814-a42a-4cfe-bc74-03f595e56f6e" providerId="ADAL" clId="{9F4997BB-997B-4284-9762-6094160B5FAB}"/>
    <pc:docChg chg="undo custSel addSld delSld modSld">
      <pc:chgData name="Sam O'Neill" userId="cb323814-a42a-4cfe-bc74-03f595e56f6e" providerId="ADAL" clId="{9F4997BB-997B-4284-9762-6094160B5FAB}" dt="2021-03-03T17:06:35.146" v="22" actId="478"/>
      <pc:docMkLst>
        <pc:docMk/>
      </pc:docMkLst>
      <pc:sldChg chg="modSp mod">
        <pc:chgData name="Sam O'Neill" userId="cb323814-a42a-4cfe-bc74-03f595e56f6e" providerId="ADAL" clId="{9F4997BB-997B-4284-9762-6094160B5FAB}" dt="2021-02-25T13:02:04.434" v="1" actId="20577"/>
        <pc:sldMkLst>
          <pc:docMk/>
          <pc:sldMk cId="656187815" sldId="259"/>
        </pc:sldMkLst>
        <pc:spChg chg="mod">
          <ac:chgData name="Sam O'Neill" userId="cb323814-a42a-4cfe-bc74-03f595e56f6e" providerId="ADAL" clId="{9F4997BB-997B-4284-9762-6094160B5FAB}" dt="2021-02-25T13:02:04.434" v="1" actId="20577"/>
          <ac:spMkLst>
            <pc:docMk/>
            <pc:sldMk cId="656187815" sldId="259"/>
            <ac:spMk id="24" creationId="{29D955D8-E696-45D5-B8F0-D0A85CA9F234}"/>
          </ac:spMkLst>
        </pc:spChg>
      </pc:sldChg>
      <pc:sldChg chg="modSp mod">
        <pc:chgData name="Sam O'Neill" userId="cb323814-a42a-4cfe-bc74-03f595e56f6e" providerId="ADAL" clId="{9F4997BB-997B-4284-9762-6094160B5FAB}" dt="2021-02-25T13:02:11.031" v="3" actId="20577"/>
        <pc:sldMkLst>
          <pc:docMk/>
          <pc:sldMk cId="1518822429" sldId="260"/>
        </pc:sldMkLst>
        <pc:spChg chg="mod">
          <ac:chgData name="Sam O'Neill" userId="cb323814-a42a-4cfe-bc74-03f595e56f6e" providerId="ADAL" clId="{9F4997BB-997B-4284-9762-6094160B5FAB}" dt="2021-02-25T13:02:11.031" v="3" actId="20577"/>
          <ac:spMkLst>
            <pc:docMk/>
            <pc:sldMk cId="1518822429" sldId="260"/>
            <ac:spMk id="24" creationId="{29D955D8-E696-45D5-B8F0-D0A85CA9F234}"/>
          </ac:spMkLst>
        </pc:spChg>
      </pc:sldChg>
      <pc:sldChg chg="modSp mod">
        <pc:chgData name="Sam O'Neill" userId="cb323814-a42a-4cfe-bc74-03f595e56f6e" providerId="ADAL" clId="{9F4997BB-997B-4284-9762-6094160B5FAB}" dt="2021-02-25T13:02:44.511" v="7" actId="20577"/>
        <pc:sldMkLst>
          <pc:docMk/>
          <pc:sldMk cId="1015628987" sldId="265"/>
        </pc:sldMkLst>
        <pc:spChg chg="mod">
          <ac:chgData name="Sam O'Neill" userId="cb323814-a42a-4cfe-bc74-03f595e56f6e" providerId="ADAL" clId="{9F4997BB-997B-4284-9762-6094160B5FAB}" dt="2021-02-25T13:02:44.511" v="7" actId="20577"/>
          <ac:spMkLst>
            <pc:docMk/>
            <pc:sldMk cId="1015628987" sldId="265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40.801" v="5" actId="20577"/>
          <ac:spMkLst>
            <pc:docMk/>
            <pc:sldMk cId="1015628987" sldId="265"/>
            <ac:spMk id="51" creationId="{8468B4D1-542F-4609-8683-E7CD1C0C8E89}"/>
          </ac:spMkLst>
        </pc:spChg>
      </pc:sldChg>
      <pc:sldChg chg="modSp mod">
        <pc:chgData name="Sam O'Neill" userId="cb323814-a42a-4cfe-bc74-03f595e56f6e" providerId="ADAL" clId="{9F4997BB-997B-4284-9762-6094160B5FAB}" dt="2021-02-25T13:02:49.533" v="11" actId="20577"/>
        <pc:sldMkLst>
          <pc:docMk/>
          <pc:sldMk cId="33371456" sldId="266"/>
        </pc:sldMkLst>
        <pc:spChg chg="mod">
          <ac:chgData name="Sam O'Neill" userId="cb323814-a42a-4cfe-bc74-03f595e56f6e" providerId="ADAL" clId="{9F4997BB-997B-4284-9762-6094160B5FAB}" dt="2021-02-25T13:02:49.533" v="11" actId="20577"/>
          <ac:spMkLst>
            <pc:docMk/>
            <pc:sldMk cId="33371456" sldId="266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47.811" v="9" actId="20577"/>
          <ac:spMkLst>
            <pc:docMk/>
            <pc:sldMk cId="33371456" sldId="266"/>
            <ac:spMk id="51" creationId="{8468B4D1-542F-4609-8683-E7CD1C0C8E89}"/>
          </ac:spMkLst>
        </pc:spChg>
      </pc:sldChg>
      <pc:sldChg chg="modSp mod">
        <pc:chgData name="Sam O'Neill" userId="cb323814-a42a-4cfe-bc74-03f595e56f6e" providerId="ADAL" clId="{9F4997BB-997B-4284-9762-6094160B5FAB}" dt="2021-02-25T13:02:57.834" v="15" actId="20577"/>
        <pc:sldMkLst>
          <pc:docMk/>
          <pc:sldMk cId="2971156365" sldId="267"/>
        </pc:sldMkLst>
        <pc:spChg chg="mod">
          <ac:chgData name="Sam O'Neill" userId="cb323814-a42a-4cfe-bc74-03f595e56f6e" providerId="ADAL" clId="{9F4997BB-997B-4284-9762-6094160B5FAB}" dt="2021-02-25T13:02:57.834" v="15" actId="20577"/>
          <ac:spMkLst>
            <pc:docMk/>
            <pc:sldMk cId="2971156365" sldId="267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55.430" v="13" actId="20577"/>
          <ac:spMkLst>
            <pc:docMk/>
            <pc:sldMk cId="2971156365" sldId="267"/>
            <ac:spMk id="51" creationId="{8468B4D1-542F-4609-8683-E7CD1C0C8E89}"/>
          </ac:spMkLst>
        </pc:spChg>
      </pc:sldChg>
      <pc:sldChg chg="addSp delSp add del mod">
        <pc:chgData name="Sam O'Neill" userId="cb323814-a42a-4cfe-bc74-03f595e56f6e" providerId="ADAL" clId="{9F4997BB-997B-4284-9762-6094160B5FAB}" dt="2021-03-03T17:06:20.128" v="19"/>
        <pc:sldMkLst>
          <pc:docMk/>
          <pc:sldMk cId="1469130067" sldId="270"/>
        </pc:sldMkLst>
        <pc:spChg chg="add del">
          <ac:chgData name="Sam O'Neill" userId="cb323814-a42a-4cfe-bc74-03f595e56f6e" providerId="ADAL" clId="{9F4997BB-997B-4284-9762-6094160B5FAB}" dt="2021-03-03T17:06:19.554" v="18" actId="478"/>
          <ac:spMkLst>
            <pc:docMk/>
            <pc:sldMk cId="1469130067" sldId="270"/>
            <ac:spMk id="46" creationId="{3C0A56F4-4E53-4ED6-A318-2C6CDA4078C5}"/>
          </ac:spMkLst>
        </pc:spChg>
        <pc:spChg chg="add del">
          <ac:chgData name="Sam O'Neill" userId="cb323814-a42a-4cfe-bc74-03f595e56f6e" providerId="ADAL" clId="{9F4997BB-997B-4284-9762-6094160B5FAB}" dt="2021-03-03T17:06:19.554" v="18" actId="478"/>
          <ac:spMkLst>
            <pc:docMk/>
            <pc:sldMk cId="1469130067" sldId="270"/>
            <ac:spMk id="47" creationId="{110B478F-C704-4E47-AD3E-BA2C671E7486}"/>
          </ac:spMkLst>
        </pc:spChg>
      </pc:sldChg>
      <pc:sldChg chg="delSp add mod">
        <pc:chgData name="Sam O'Neill" userId="cb323814-a42a-4cfe-bc74-03f595e56f6e" providerId="ADAL" clId="{9F4997BB-997B-4284-9762-6094160B5FAB}" dt="2021-03-03T17:06:35.146" v="22" actId="478"/>
        <pc:sldMkLst>
          <pc:docMk/>
          <pc:sldMk cId="2391681864" sldId="270"/>
        </pc:sldMkLst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6" creationId="{3C0A56F4-4E53-4ED6-A318-2C6CDA4078C5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7" creationId="{110B478F-C704-4E47-AD3E-BA2C671E7486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8" creationId="{994AD732-6B91-46AA-BB48-71AA9FE0648A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9" creationId="{E5512397-2A85-40AC-A7F4-4F3552D92322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50" creationId="{8E897450-7B6E-4147-84AC-FBF118E074C1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51" creationId="{8468B4D1-542F-4609-8683-E7CD1C0C8E89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2" creationId="{B915F69C-1966-48F7-A5FA-7DF208F0C9C4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3" creationId="{48C530BB-F67C-4781-A00A-356A93A4F4DF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4" creationId="{FAFF342D-957C-4B70-880A-BFDC9AFA43ED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5" creationId="{1F8ABEE6-61EB-4246-BB61-8CB189AA373C}"/>
          </ac:spMkLst>
        </pc:spChg>
      </pc:sldChg>
    </pc:docChg>
  </pc:docChgLst>
  <pc:docChgLst>
    <pc:chgData name="Sam O'Neill" userId="cb323814-a42a-4cfe-bc74-03f595e56f6e" providerId="ADAL" clId="{065A34F7-54FD-42E8-BF62-F014BB873B90}"/>
    <pc:docChg chg="undo custSel addSld delSld modSld modNotesMaster">
      <pc:chgData name="Sam O'Neill" userId="cb323814-a42a-4cfe-bc74-03f595e56f6e" providerId="ADAL" clId="{065A34F7-54FD-42E8-BF62-F014BB873B90}" dt="2020-02-20T11:41:07.594" v="440"/>
      <pc:docMkLst>
        <pc:docMk/>
      </pc:docMkLst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9982961" sldId="256"/>
        </pc:sldMkLst>
      </pc:sldChg>
      <pc:sldChg chg="addSp delSp modSp add mod">
        <pc:chgData name="Sam O'Neill" userId="cb323814-a42a-4cfe-bc74-03f595e56f6e" providerId="ADAL" clId="{065A34F7-54FD-42E8-BF62-F014BB873B90}" dt="2020-02-20T10:53:38.247" v="425" actId="313"/>
        <pc:sldMkLst>
          <pc:docMk/>
          <pc:sldMk cId="2236868177" sldId="256"/>
        </pc:sldMkLst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2" creationId="{A37E8F05-F7E1-4B53-A373-C610B9F6716D}"/>
          </ac:spMkLst>
        </pc:spChg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3" creationId="{0486F522-0E09-480A-80DA-C2732C84749D}"/>
          </ac:spMkLst>
        </pc:spChg>
        <pc:spChg chg="add mod">
          <ac:chgData name="Sam O'Neill" userId="cb323814-a42a-4cfe-bc74-03f595e56f6e" providerId="ADAL" clId="{065A34F7-54FD-42E8-BF62-F014BB873B90}" dt="2020-02-19T13:46:58.297" v="19" actId="207"/>
          <ac:spMkLst>
            <pc:docMk/>
            <pc:sldMk cId="2236868177" sldId="256"/>
            <ac:spMk id="4" creationId="{A4AC7884-2CE9-4AB9-BE3C-CED67042CFF5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5" creationId="{C7F6DDB9-A354-42CF-8532-86F2CF9FAD3D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7" creationId="{2EB06D0D-0259-4C4B-9584-1948C8A49DFA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9" creationId="{488E1463-3BC0-4163-814E-5D5063B34F5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2" creationId="{9D852745-4FF0-482E-920C-D2BAF2AA789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3" creationId="{35512717-59AF-440F-A4A8-6B386F563E5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4" creationId="{660CA8F4-5A06-4F08-9699-C616A9018516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5" creationId="{81B61403-BBCD-44F4-A3CB-B8A09E6CA4E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7" creationId="{12E9D1AF-A8E4-4591-8CE4-34D545556316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8" creationId="{CE2BD801-B67C-495B-9B60-59C99C906159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9" creationId="{2BDADF00-A272-4DA9-BE86-E57E2593C742}"/>
          </ac:spMkLst>
        </pc:spChg>
        <pc:spChg chg="add mod">
          <ac:chgData name="Sam O'Neill" userId="cb323814-a42a-4cfe-bc74-03f595e56f6e" providerId="ADAL" clId="{065A34F7-54FD-42E8-BF62-F014BB873B90}" dt="2020-02-19T13:47:17.045" v="22" actId="207"/>
          <ac:spMkLst>
            <pc:docMk/>
            <pc:sldMk cId="2236868177" sldId="256"/>
            <ac:spMk id="20" creationId="{6E1F8663-701D-4D22-8E9D-5B148771F7C4}"/>
          </ac:spMkLst>
        </pc:spChg>
        <pc:spChg chg="add mod">
          <ac:chgData name="Sam O'Neill" userId="cb323814-a42a-4cfe-bc74-03f595e56f6e" providerId="ADAL" clId="{065A34F7-54FD-42E8-BF62-F014BB873B90}" dt="2020-02-19T13:47:20.774" v="24" actId="20577"/>
          <ac:spMkLst>
            <pc:docMk/>
            <pc:sldMk cId="2236868177" sldId="256"/>
            <ac:spMk id="21" creationId="{FF29470E-9329-48C7-84C0-E215A0C22E06}"/>
          </ac:spMkLst>
        </pc:spChg>
        <pc:spChg chg="add mod">
          <ac:chgData name="Sam O'Neill" userId="cb323814-a42a-4cfe-bc74-03f595e56f6e" providerId="ADAL" clId="{065A34F7-54FD-42E8-BF62-F014BB873B90}" dt="2020-02-19T13:46:53.297" v="18" actId="207"/>
          <ac:spMkLst>
            <pc:docMk/>
            <pc:sldMk cId="2236868177" sldId="256"/>
            <ac:spMk id="22" creationId="{94156F47-966D-40A6-A7F1-02E89438B2B3}"/>
          </ac:spMkLst>
        </pc:spChg>
        <pc:spChg chg="add mod">
          <ac:chgData name="Sam O'Neill" userId="cb323814-a42a-4cfe-bc74-03f595e56f6e" providerId="ADAL" clId="{065A34F7-54FD-42E8-BF62-F014BB873B90}" dt="2020-02-19T13:47:23.974" v="26" actId="20577"/>
          <ac:spMkLst>
            <pc:docMk/>
            <pc:sldMk cId="2236868177" sldId="256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4" creationId="{29D955D8-E696-45D5-B8F0-D0A85CA9F234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7" creationId="{238077B6-1EE9-4200-A2A5-1BBCF4686AD9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8" creationId="{0D2A84B4-07A0-4CC0-B227-AD05EA08D161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9" creationId="{9C1C0DB5-4780-445B-BE97-33950454CD8D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30" creationId="{69A1BA99-1F0A-4554-8B8A-5F048E61A844}"/>
          </ac:spMkLst>
        </pc:spChg>
        <pc:graphicFrameChg chg="add mod modGraphic">
          <ac:chgData name="Sam O'Neill" userId="cb323814-a42a-4cfe-bc74-03f595e56f6e" providerId="ADAL" clId="{065A34F7-54FD-42E8-BF62-F014BB873B90}" dt="2020-02-20T10:53:38.247" v="425" actId="313"/>
          <ac:graphicFrameMkLst>
            <pc:docMk/>
            <pc:sldMk cId="2236868177" sldId="256"/>
            <ac:graphicFrameMk id="26" creationId="{1B85D116-7004-497B-8A63-301CB0356EB5}"/>
          </ac:graphicFrameMkLst>
        </pc:graphicFrame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6" creationId="{570B7DF6-BEC3-4015-8B4A-9CF49DEBE551}"/>
          </ac:cxnSpMkLst>
        </pc:cxn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8" creationId="{BC197D40-1684-44DE-9EDA-136ED477BCF5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0" creationId="{992638CB-2112-4ACF-A88F-9154F217AF9F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1" creationId="{2BA14BF3-2039-45E5-B261-5D722168AB57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45144486" sldId="257"/>
        </pc:sldMkLst>
      </pc:sldChg>
      <pc:sldChg chg="addSp modSp add mod">
        <pc:chgData name="Sam O'Neill" userId="cb323814-a42a-4cfe-bc74-03f595e56f6e" providerId="ADAL" clId="{065A34F7-54FD-42E8-BF62-F014BB873B90}" dt="2020-02-20T10:53:39.070" v="426" actId="313"/>
        <pc:sldMkLst>
          <pc:docMk/>
          <pc:sldMk cId="3636284364" sldId="257"/>
        </pc:sldMkLst>
        <pc:spChg chg="mod">
          <ac:chgData name="Sam O'Neill" userId="cb323814-a42a-4cfe-bc74-03f595e56f6e" providerId="ADAL" clId="{065A34F7-54FD-42E8-BF62-F014BB873B90}" dt="2020-02-19T13:48:33.173" v="40" actId="207"/>
          <ac:spMkLst>
            <pc:docMk/>
            <pc:sldMk cId="3636284364" sldId="257"/>
            <ac:spMk id="7" creationId="{2EB06D0D-0259-4C4B-9584-1948C8A49DFA}"/>
          </ac:spMkLst>
        </pc:spChg>
        <pc:spChg chg="mod">
          <ac:chgData name="Sam O'Neill" userId="cb323814-a42a-4cfe-bc74-03f595e56f6e" providerId="ADAL" clId="{065A34F7-54FD-42E8-BF62-F014BB873B90}" dt="2020-02-19T13:48:49.366" v="44" actId="207"/>
          <ac:spMkLst>
            <pc:docMk/>
            <pc:sldMk cId="3636284364" sldId="257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39.174" v="63" actId="20577"/>
          <ac:spMkLst>
            <pc:docMk/>
            <pc:sldMk cId="3636284364" sldId="257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7" creationId="{DCB50F38-9376-4EE7-838E-BD4AC8A425BD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8" creationId="{6D90F9BB-46B1-4E88-A963-ABD8BFFA52AF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9" creationId="{350BDF8F-8E4A-4530-990C-6712E2A5391C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30" creationId="{4F4C66A7-059E-4848-BBFD-DDD88679E5B3}"/>
          </ac:spMkLst>
        </pc:spChg>
        <pc:graphicFrameChg chg="mod modGraphic">
          <ac:chgData name="Sam O'Neill" userId="cb323814-a42a-4cfe-bc74-03f595e56f6e" providerId="ADAL" clId="{065A34F7-54FD-42E8-BF62-F014BB873B90}" dt="2020-02-20T10:53:39.070" v="426" actId="313"/>
          <ac:graphicFrameMkLst>
            <pc:docMk/>
            <pc:sldMk cId="3636284364" sldId="257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8" creationId="{BC197D40-1684-44DE-9EDA-136ED477BCF5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575750292" sldId="258"/>
        </pc:sldMkLst>
      </pc:sldChg>
      <pc:sldChg chg="addSp modSp add mod">
        <pc:chgData name="Sam O'Neill" userId="cb323814-a42a-4cfe-bc74-03f595e56f6e" providerId="ADAL" clId="{065A34F7-54FD-42E8-BF62-F014BB873B90}" dt="2020-02-20T10:53:39.607" v="427" actId="313"/>
        <pc:sldMkLst>
          <pc:docMk/>
          <pc:sldMk cId="3019798492" sldId="258"/>
        </pc:sldMkLst>
        <pc:spChg chg="mod">
          <ac:chgData name="Sam O'Neill" userId="cb323814-a42a-4cfe-bc74-03f595e56f6e" providerId="ADAL" clId="{065A34F7-54FD-42E8-BF62-F014BB873B90}" dt="2020-02-19T13:49:34.189" v="51" actId="207"/>
          <ac:spMkLst>
            <pc:docMk/>
            <pc:sldMk cId="3019798492" sldId="258"/>
            <ac:spMk id="5" creationId="{C7F6DDB9-A354-42CF-8532-86F2CF9FAD3D}"/>
          </ac:spMkLst>
        </pc:spChg>
        <pc:spChg chg="mod">
          <ac:chgData name="Sam O'Neill" userId="cb323814-a42a-4cfe-bc74-03f595e56f6e" providerId="ADAL" clId="{065A34F7-54FD-42E8-BF62-F014BB873B90}" dt="2020-02-19T13:50:32.606" v="62" actId="20577"/>
          <ac:spMkLst>
            <pc:docMk/>
            <pc:sldMk cId="3019798492" sldId="258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42.526" v="64" actId="20577"/>
          <ac:spMkLst>
            <pc:docMk/>
            <pc:sldMk cId="3019798492" sldId="258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7" creationId="{5B2285A5-670F-470A-8B8E-254C413CE843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8" creationId="{C500F9B6-B3B1-4F03-B18D-38FAFE96D07C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9" creationId="{24C48827-DC58-4BEE-8E68-0AF61D0BC95A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30" creationId="{FC41B690-817B-4C8D-AE18-FDBAA947BB5A}"/>
          </ac:spMkLst>
        </pc:spChg>
        <pc:graphicFrameChg chg="mod modGraphic">
          <ac:chgData name="Sam O'Neill" userId="cb323814-a42a-4cfe-bc74-03f595e56f6e" providerId="ADAL" clId="{065A34F7-54FD-42E8-BF62-F014BB873B90}" dt="2020-02-20T10:53:39.607" v="427" actId="313"/>
          <ac:graphicFrameMkLst>
            <pc:docMk/>
            <pc:sldMk cId="3019798492" sldId="258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9:41.562" v="52" actId="208"/>
          <ac:cxnSpMkLst>
            <pc:docMk/>
            <pc:sldMk cId="3019798492" sldId="258"/>
            <ac:cxnSpMk id="11" creationId="{2BA14BF3-2039-45E5-B261-5D722168AB57}"/>
          </ac:cxnSpMkLst>
        </pc:cxn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6" creationId="{76EED234-DD45-491C-AAFD-9FB0D54CBA77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3:40.103" v="428" actId="313"/>
        <pc:sldMkLst>
          <pc:docMk/>
          <pc:sldMk cId="656187815" sldId="259"/>
        </pc:sldMkLst>
        <pc:spChg chg="mod">
          <ac:chgData name="Sam O'Neill" userId="cb323814-a42a-4cfe-bc74-03f595e56f6e" providerId="ADAL" clId="{065A34F7-54FD-42E8-BF62-F014BB873B90}" dt="2020-02-19T13:50:07.630" v="60" actId="207"/>
          <ac:spMkLst>
            <pc:docMk/>
            <pc:sldMk cId="656187815" sldId="259"/>
            <ac:spMk id="9" creationId="{488E1463-3BC0-4163-814E-5D5063B34F5E}"/>
          </ac:spMkLst>
        </pc:spChg>
        <pc:spChg chg="mod">
          <ac:chgData name="Sam O'Neill" userId="cb323814-a42a-4cfe-bc74-03f595e56f6e" providerId="ADAL" clId="{065A34F7-54FD-42E8-BF62-F014BB873B90}" dt="2020-02-19T13:50:45.132" v="65" actId="20577"/>
          <ac:spMkLst>
            <pc:docMk/>
            <pc:sldMk cId="656187815" sldId="259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7" creationId="{266C5692-FE38-499F-93B2-EE68DACFD8C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8" creationId="{CCC58CDC-651B-4ADB-93D3-6F336E82F62A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9" creationId="{03F96729-A274-4B6C-A8A8-A9EDA7EE3FF0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30" creationId="{860A0077-BDB0-43A8-9B79-BB32FDF7AFB3}"/>
          </ac:spMkLst>
        </pc:spChg>
        <pc:graphicFrameChg chg="mod modGraphic">
          <ac:chgData name="Sam O'Neill" userId="cb323814-a42a-4cfe-bc74-03f595e56f6e" providerId="ADAL" clId="{065A34F7-54FD-42E8-BF62-F014BB873B90}" dt="2020-02-20T10:53:40.103" v="428" actId="313"/>
          <ac:graphicFrameMkLst>
            <pc:docMk/>
            <pc:sldMk cId="656187815" sldId="25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05.602" v="59" actId="208"/>
          <ac:cxnSpMkLst>
            <pc:docMk/>
            <pc:sldMk cId="656187815" sldId="259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774202614" sldId="259"/>
        </pc:sldMkLst>
      </pc:sldChg>
      <pc:sldChg chg="addSp modSp add mod">
        <pc:chgData name="Sam O'Neill" userId="cb323814-a42a-4cfe-bc74-03f595e56f6e" providerId="ADAL" clId="{065A34F7-54FD-42E8-BF62-F014BB873B90}" dt="2020-02-20T10:53:42.175" v="429" actId="313"/>
        <pc:sldMkLst>
          <pc:docMk/>
          <pc:sldMk cId="1518822429" sldId="260"/>
        </pc:sldMkLst>
        <pc:spChg chg="add mod">
          <ac:chgData name="Sam O'Neill" userId="cb323814-a42a-4cfe-bc74-03f595e56f6e" providerId="ADAL" clId="{065A34F7-54FD-42E8-BF62-F014BB873B90}" dt="2020-02-20T10:52:43.491" v="416" actId="313"/>
          <ac:spMkLst>
            <pc:docMk/>
            <pc:sldMk cId="1518822429" sldId="260"/>
            <ac:spMk id="2" creationId="{8932038A-0981-4C47-9844-8E5CEDF5C68C}"/>
          </ac:spMkLst>
        </pc:spChg>
        <pc:spChg chg="mod">
          <ac:chgData name="Sam O'Neill" userId="cb323814-a42a-4cfe-bc74-03f595e56f6e" providerId="ADAL" clId="{065A34F7-54FD-42E8-BF62-F014BB873B90}" dt="2020-02-19T13:50:48.900" v="66" actId="20577"/>
          <ac:spMkLst>
            <pc:docMk/>
            <pc:sldMk cId="1518822429" sldId="260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7" creationId="{D5640A86-EA71-42F8-A7D6-5C5911082F6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8" creationId="{6E9A2B86-D6FC-4254-8807-7D6863848EE3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9" creationId="{8A6FAE9D-3FA7-4231-802E-BE86A04C622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30" creationId="{78181563-521B-4E3F-8C70-CF5DDE0A23FE}"/>
          </ac:spMkLst>
        </pc:spChg>
        <pc:graphicFrameChg chg="mod modGraphic">
          <ac:chgData name="Sam O'Neill" userId="cb323814-a42a-4cfe-bc74-03f595e56f6e" providerId="ADAL" clId="{065A34F7-54FD-42E8-BF62-F014BB873B90}" dt="2020-02-20T10:53:42.175" v="429" actId="313"/>
          <ac:graphicFrameMkLst>
            <pc:docMk/>
            <pc:sldMk cId="1518822429" sldId="260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88627022" sldId="26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83639094" sldId="261"/>
        </pc:sldMkLst>
      </pc:sldChg>
      <pc:sldChg chg="addSp delSp modSp add mod">
        <pc:chgData name="Sam O'Neill" userId="cb323814-a42a-4cfe-bc74-03f595e56f6e" providerId="ADAL" clId="{065A34F7-54FD-42E8-BF62-F014BB873B90}" dt="2020-02-20T10:53:42.959" v="430" actId="313"/>
        <pc:sldMkLst>
          <pc:docMk/>
          <pc:sldMk cId="1408240335" sldId="261"/>
        </pc:sldMkLst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5" creationId="{C7F6DDB9-A354-42CF-8532-86F2CF9FAD3D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7" creationId="{2EB06D0D-0259-4C4B-9584-1948C8A49DFA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9" creationId="{488E1463-3BC0-4163-814E-5D5063B34F5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2" creationId="{9D852745-4FF0-482E-920C-D2BAF2AA789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3" creationId="{35512717-59AF-440F-A4A8-6B386F563E5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4" creationId="{660CA8F4-5A06-4F08-9699-C616A90185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5" creationId="{81B61403-BBCD-44F4-A3CB-B8A09E6CA4E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7" creationId="{12E9D1AF-A8E4-4591-8CE4-34D5455563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8" creationId="{CE2BD801-B67C-495B-9B60-59C99C906159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9" creationId="{2BDADF00-A272-4DA9-BE86-E57E2593C742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3" creationId="{461E2384-6CC2-48EC-B367-CB4632C48441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4" creationId="{29D955D8-E696-45D5-B8F0-D0A85CA9F23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5" creationId="{2073FD78-7670-4136-9116-340F8665471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7" creationId="{74CA7C77-369A-4183-8469-EEF2146E7FAD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8" creationId="{F3BD4E05-25D7-419F-BEDF-CBF98669903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0" creationId="{0232DF24-2ED1-4D71-A454-F7E48B94619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2" creationId="{C83CBD03-6089-45C1-B3EB-2015B4C08402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5" creationId="{E780F407-1E97-40DA-A0C8-D7CE6D6254DB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6" creationId="{093123C6-BE2D-4C9F-9DD6-2161922D4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7" creationId="{538F0CC3-0ABB-4472-B9E3-F358B1430988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9" creationId="{D5FE4330-1FD4-4FC0-B0DC-468C5CA4C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3" creationId="{6A4A19CD-7743-48AE-B4C8-B5ED9D1DFC5A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4" creationId="{F1306CAD-C9E6-4DCD-80C1-DFA858A2F91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5" creationId="{3CADE8E5-3B0F-429E-9CD4-D45E0EBB3A01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6" creationId="{3C0A56F4-4E53-4ED6-A318-2C6CDA4078C5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7" creationId="{110B478F-C704-4E47-AD3E-BA2C671E7486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8" creationId="{994AD732-6B91-46AA-BB48-71AA9FE0648A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9" creationId="{E5512397-2A85-40AC-A7F4-4F3552D92322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0" creationId="{8E897450-7B6E-4147-84AC-FBF118E074C1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1" creationId="{8468B4D1-542F-4609-8683-E7CD1C0C8E89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2" creationId="{B915F69C-1966-48F7-A5FA-7DF208F0C9C4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3" creationId="{48C530BB-F67C-4781-A00A-356A93A4F4DF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4" creationId="{FAFF342D-957C-4B70-880A-BFDC9AFA43ED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5" creationId="{1F8ABEE6-61EB-4246-BB61-8CB189AA373C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7" creationId="{99244698-802A-4C48-81C9-BCDE74F0B3DE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8" creationId="{55C61D79-B1E4-4687-BF15-A9FB8A16BD60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9" creationId="{28B84AF2-218E-412C-A596-B677EDEDC258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60" creationId="{D5609615-135E-47F0-A2BD-3B34137A4E57}"/>
          </ac:spMkLst>
        </pc:spChg>
        <pc:graphicFrameChg chg="del">
          <ac:chgData name="Sam O'Neill" userId="cb323814-a42a-4cfe-bc74-03f595e56f6e" providerId="ADAL" clId="{065A34F7-54FD-42E8-BF62-F014BB873B90}" dt="2020-02-19T13:53:05.581" v="255" actId="478"/>
          <ac:graphicFrameMkLst>
            <pc:docMk/>
            <pc:sldMk cId="1408240335" sldId="261"/>
            <ac:graphicFrameMk id="26" creationId="{1B85D116-7004-497B-8A63-301CB0356EB5}"/>
          </ac:graphicFrameMkLst>
        </pc:graphicFrameChg>
        <pc:graphicFrameChg chg="add mod modGraphic">
          <ac:chgData name="Sam O'Neill" userId="cb323814-a42a-4cfe-bc74-03f595e56f6e" providerId="ADAL" clId="{065A34F7-54FD-42E8-BF62-F014BB873B90}" dt="2020-02-20T10:53:42.959" v="430" actId="313"/>
          <ac:graphicFrameMkLst>
            <pc:docMk/>
            <pc:sldMk cId="1408240335" sldId="261"/>
            <ac:graphicFrameMk id="56" creationId="{53EE3A6D-283C-4E24-B177-3E76F873A8D0}"/>
          </ac:graphicFrameMkLst>
        </pc:graphicFrame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6" creationId="{570B7DF6-BEC3-4015-8B4A-9CF49DEBE551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8" creationId="{BC197D40-1684-44DE-9EDA-136ED477BCF5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0" creationId="{992638CB-2112-4ACF-A88F-9154F217AF9F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1" creationId="{2BA14BF3-2039-45E5-B261-5D722168AB57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6" creationId="{76EED234-DD45-491C-AAFD-9FB0D54CBA77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29" creationId="{34264CAB-1939-413B-8035-C60C28790F4D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1" creationId="{B20E8737-82FB-43C5-806A-65EF9DE2A734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3" creationId="{484C52D3-EC66-4A51-A412-BF5292A8EBAB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4" creationId="{D2B94B69-D4BB-4E87-B211-69C0CA10424E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8" creationId="{376602F6-5A24-42A2-8DC4-E1FBB45F5AB5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1" creationId="{75378183-CE8E-4BBD-B578-346DB310B41F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2" creationId="{FED8F8E3-6AEF-4C1D-93EA-D28685351B6F}"/>
          </ac:cxnSpMkLst>
        </pc:cxnChg>
      </pc:sldChg>
      <pc:sldChg chg="addSp delSp modSp add mod">
        <pc:chgData name="Sam O'Neill" userId="cb323814-a42a-4cfe-bc74-03f595e56f6e" providerId="ADAL" clId="{065A34F7-54FD-42E8-BF62-F014BB873B90}" dt="2020-02-20T10:52:59.412" v="424"/>
        <pc:sldMkLst>
          <pc:docMk/>
          <pc:sldMk cId="1008675493" sldId="262"/>
        </pc:sldMkLst>
        <pc:spChg chg="mod">
          <ac:chgData name="Sam O'Neill" userId="cb323814-a42a-4cfe-bc74-03f595e56f6e" providerId="ADAL" clId="{065A34F7-54FD-42E8-BF62-F014BB873B90}" dt="2020-02-19T13:54:05.004" v="261" actId="207"/>
          <ac:spMkLst>
            <pc:docMk/>
            <pc:sldMk cId="1008675493" sldId="262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7" creationId="{AB05225C-DDE7-406D-AF03-114AB70EF903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8" creationId="{17B4DBF8-730A-41E5-A5DF-D89BDF40EC12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29" creationId="{0E1426E5-83F0-407B-B76B-34E6B516309B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30" creationId="{C7C06208-3D0A-45BD-8858-27D49CE23890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1" creationId="{1542F57D-C2D3-4028-9C9C-67D87D38343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2" creationId="{337A1B7D-5C8A-47A9-90AE-7B4DEFF2012F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3" creationId="{71E91760-DDB5-41EC-ACDC-AF140380444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4" creationId="{A0FC9C58-E915-4E08-BBCF-232C45AC9D56}"/>
          </ac:spMkLst>
        </pc:spChg>
        <pc:graphicFrameChg chg="mod modGraphic">
          <ac:chgData name="Sam O'Neill" userId="cb323814-a42a-4cfe-bc74-03f595e56f6e" providerId="ADAL" clId="{065A34F7-54FD-42E8-BF62-F014BB873B90}" dt="2020-02-20T10:52:59.412" v="424"/>
          <ac:graphicFrameMkLst>
            <pc:docMk/>
            <pc:sldMk cId="1008675493" sldId="262"/>
            <ac:graphicFrameMk id="26" creationId="{1B85D116-7004-497B-8A63-301CB0356EB5}"/>
          </ac:graphicFrameMkLst>
        </pc:graphicFrame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02067407" sldId="262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336967205" sldId="263"/>
        </pc:sldMkLst>
      </pc:sldChg>
      <pc:sldChg chg="modSp add mod">
        <pc:chgData name="Sam O'Neill" userId="cb323814-a42a-4cfe-bc74-03f595e56f6e" providerId="ADAL" clId="{065A34F7-54FD-42E8-BF62-F014BB873B90}" dt="2020-02-20T10:53:43.639" v="431" actId="313"/>
        <pc:sldMkLst>
          <pc:docMk/>
          <pc:sldMk cId="1511273253" sldId="263"/>
        </pc:sldMkLst>
        <pc:spChg chg="mod">
          <ac:chgData name="Sam O'Neill" userId="cb323814-a42a-4cfe-bc74-03f595e56f6e" providerId="ADAL" clId="{065A34F7-54FD-42E8-BF62-F014BB873B90}" dt="2020-02-19T13:56:02.385" v="297" actId="207"/>
          <ac:spMkLst>
            <pc:docMk/>
            <pc:sldMk cId="1511273253" sldId="263"/>
            <ac:spMk id="27" creationId="{74CA7C77-369A-4183-8469-EEF2146E7FAD}"/>
          </ac:spMkLst>
        </pc:spChg>
        <pc:spChg chg="mod">
          <ac:chgData name="Sam O'Neill" userId="cb323814-a42a-4cfe-bc74-03f595e56f6e" providerId="ADAL" clId="{065A34F7-54FD-42E8-BF62-F014BB873B90}" dt="2020-02-19T13:56:26.638" v="309" actId="207"/>
          <ac:spMkLst>
            <pc:docMk/>
            <pc:sldMk cId="1511273253" sldId="263"/>
            <ac:spMk id="50" creationId="{8E897450-7B6E-4147-84AC-FBF118E074C1}"/>
          </ac:spMkLst>
        </pc:spChg>
        <pc:spChg chg="mod">
          <ac:chgData name="Sam O'Neill" userId="cb323814-a42a-4cfe-bc74-03f595e56f6e" providerId="ADAL" clId="{065A34F7-54FD-42E8-BF62-F014BB873B90}" dt="2020-02-19T13:56:23.615" v="308" actId="6549"/>
          <ac:spMkLst>
            <pc:docMk/>
            <pc:sldMk cId="1511273253" sldId="263"/>
            <ac:spMk id="51" creationId="{8468B4D1-542F-4609-8683-E7CD1C0C8E89}"/>
          </ac:spMkLst>
        </pc:spChg>
        <pc:spChg chg="mod">
          <ac:chgData name="Sam O'Neill" userId="cb323814-a42a-4cfe-bc74-03f595e56f6e" providerId="ADAL" clId="{065A34F7-54FD-42E8-BF62-F014BB873B90}" dt="2020-02-19T13:56:31.710" v="310" actId="207"/>
          <ac:spMkLst>
            <pc:docMk/>
            <pc:sldMk cId="1511273253" sldId="263"/>
            <ac:spMk id="52" creationId="{B915F69C-1966-48F7-A5FA-7DF208F0C9C4}"/>
          </ac:spMkLst>
        </pc:spChg>
        <pc:spChg chg="mod">
          <ac:chgData name="Sam O'Neill" userId="cb323814-a42a-4cfe-bc74-03f595e56f6e" providerId="ADAL" clId="{065A34F7-54FD-42E8-BF62-F014BB873B90}" dt="2020-02-19T13:56:20.629" v="306" actId="20577"/>
          <ac:spMkLst>
            <pc:docMk/>
            <pc:sldMk cId="1511273253" sldId="263"/>
            <ac:spMk id="53" creationId="{48C530BB-F67C-4781-A00A-356A93A4F4DF}"/>
          </ac:spMkLst>
        </pc:spChg>
        <pc:graphicFrameChg chg="mod modGraphic">
          <ac:chgData name="Sam O'Neill" userId="cb323814-a42a-4cfe-bc74-03f595e56f6e" providerId="ADAL" clId="{065A34F7-54FD-42E8-BF62-F014BB873B90}" dt="2020-02-20T10:53:43.639" v="431" actId="313"/>
          <ac:graphicFrameMkLst>
            <pc:docMk/>
            <pc:sldMk cId="1511273253" sldId="263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31" creationId="{B20E8737-82FB-43C5-806A-65EF9DE2A734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4.590" v="432" actId="313"/>
        <pc:sldMkLst>
          <pc:docMk/>
          <pc:sldMk cId="61977443" sldId="264"/>
        </pc:sldMkLst>
        <pc:spChg chg="mod">
          <ac:chgData name="Sam O'Neill" userId="cb323814-a42a-4cfe-bc74-03f595e56f6e" providerId="ADAL" clId="{065A34F7-54FD-42E8-BF62-F014BB873B90}" dt="2020-02-19T13:56:59.544" v="321" actId="207"/>
          <ac:spMkLst>
            <pc:docMk/>
            <pc:sldMk cId="61977443" sldId="264"/>
            <ac:spMk id="28" creationId="{F3BD4E05-25D7-419F-BEDF-CBF986699035}"/>
          </ac:spMkLst>
        </pc:spChg>
        <pc:spChg chg="mod">
          <ac:chgData name="Sam O'Neill" userId="cb323814-a42a-4cfe-bc74-03f595e56f6e" providerId="ADAL" clId="{065A34F7-54FD-42E8-BF62-F014BB873B90}" dt="2020-02-19T13:57:50.810" v="339" actId="207"/>
          <ac:spMkLst>
            <pc:docMk/>
            <pc:sldMk cId="61977443" sldId="264"/>
            <ac:spMk id="48" creationId="{994AD732-6B91-46AA-BB48-71AA9FE0648A}"/>
          </ac:spMkLst>
        </pc:spChg>
        <pc:spChg chg="mod">
          <ac:chgData name="Sam O'Neill" userId="cb323814-a42a-4cfe-bc74-03f595e56f6e" providerId="ADAL" clId="{065A34F7-54FD-42E8-BF62-F014BB873B90}" dt="2020-02-19T13:57:53.899" v="341" actId="20577"/>
          <ac:spMkLst>
            <pc:docMk/>
            <pc:sldMk cId="61977443" sldId="264"/>
            <ac:spMk id="49" creationId="{E5512397-2A85-40AC-A7F4-4F3552D92322}"/>
          </ac:spMkLst>
        </pc:spChg>
        <pc:spChg chg="mod">
          <ac:chgData name="Sam O'Neill" userId="cb323814-a42a-4cfe-bc74-03f595e56f6e" providerId="ADAL" clId="{065A34F7-54FD-42E8-BF62-F014BB873B90}" dt="2020-02-19T13:57:48.930" v="338" actId="207"/>
          <ac:spMkLst>
            <pc:docMk/>
            <pc:sldMk cId="61977443" sldId="264"/>
            <ac:spMk id="54" creationId="{FAFF342D-957C-4B70-880A-BFDC9AFA43ED}"/>
          </ac:spMkLst>
        </pc:spChg>
        <pc:spChg chg="mod">
          <ac:chgData name="Sam O'Neill" userId="cb323814-a42a-4cfe-bc74-03f595e56f6e" providerId="ADAL" clId="{065A34F7-54FD-42E8-BF62-F014BB873B90}" dt="2020-02-19T13:57:58.055" v="342" actId="20577"/>
          <ac:spMkLst>
            <pc:docMk/>
            <pc:sldMk cId="61977443" sldId="264"/>
            <ac:spMk id="55" creationId="{1F8ABEE6-61EB-4246-BB61-8CB189AA373C}"/>
          </ac:spMkLst>
        </pc:spChg>
        <pc:graphicFrameChg chg="mod modGraphic">
          <ac:chgData name="Sam O'Neill" userId="cb323814-a42a-4cfe-bc74-03f595e56f6e" providerId="ADAL" clId="{065A34F7-54FD-42E8-BF62-F014BB873B90}" dt="2020-02-20T10:53:44.590" v="432" actId="313"/>
          <ac:graphicFrameMkLst>
            <pc:docMk/>
            <pc:sldMk cId="61977443" sldId="264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31" creationId="{B20E8737-82FB-43C5-806A-65EF9DE2A734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41" creationId="{75378183-CE8E-4BBD-B578-346DB310B41F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5.223" v="433" actId="313"/>
        <pc:sldMkLst>
          <pc:docMk/>
          <pc:sldMk cId="1015628987" sldId="265"/>
        </pc:sldMkLst>
        <pc:spChg chg="mod">
          <ac:chgData name="Sam O'Neill" userId="cb323814-a42a-4cfe-bc74-03f595e56f6e" providerId="ADAL" clId="{065A34F7-54FD-42E8-BF62-F014BB873B90}" dt="2020-02-19T13:58:18.714" v="347" actId="207"/>
          <ac:spMkLst>
            <pc:docMk/>
            <pc:sldMk cId="1015628987" sldId="265"/>
            <ac:spMk id="32" creationId="{C83CBD03-6089-45C1-B3EB-2015B4C08402}"/>
          </ac:spMkLst>
        </pc:spChg>
        <pc:graphicFrameChg chg="mod modGraphic">
          <ac:chgData name="Sam O'Neill" userId="cb323814-a42a-4cfe-bc74-03f595e56f6e" providerId="ADAL" clId="{065A34F7-54FD-42E8-BF62-F014BB873B90}" dt="2020-02-20T10:53:45.223" v="433" actId="313"/>
          <ac:graphicFrameMkLst>
            <pc:docMk/>
            <pc:sldMk cId="1015628987" sldId="265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8:22.334" v="348" actId="208"/>
          <ac:cxnSpMkLst>
            <pc:docMk/>
            <pc:sldMk cId="1015628987" sldId="265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41" creationId="{75378183-CE8E-4BBD-B578-346DB310B41F}"/>
          </ac:cxnSpMkLst>
        </pc:cxnChg>
        <pc:cxnChg chg="mod">
          <ac:chgData name="Sam O'Neill" userId="cb323814-a42a-4cfe-bc74-03f595e56f6e" providerId="ADAL" clId="{065A34F7-54FD-42E8-BF62-F014BB873B90}" dt="2020-02-19T13:58:29.299" v="349" actId="208"/>
          <ac:cxnSpMkLst>
            <pc:docMk/>
            <pc:sldMk cId="1015628987" sldId="265"/>
            <ac:cxnSpMk id="42" creationId="{FED8F8E3-6AEF-4C1D-93EA-D28685351B6F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67097554" sldId="265"/>
        </pc:sldMkLst>
      </pc:sldChg>
      <pc:sldChg chg="modSp add mod">
        <pc:chgData name="Sam O'Neill" userId="cb323814-a42a-4cfe-bc74-03f595e56f6e" providerId="ADAL" clId="{065A34F7-54FD-42E8-BF62-F014BB873B90}" dt="2020-02-20T10:53:45.838" v="434" actId="313"/>
        <pc:sldMkLst>
          <pc:docMk/>
          <pc:sldMk cId="33371456" sldId="266"/>
        </pc:sldMkLst>
        <pc:spChg chg="mod">
          <ac:chgData name="Sam O'Neill" userId="cb323814-a42a-4cfe-bc74-03f595e56f6e" providerId="ADAL" clId="{065A34F7-54FD-42E8-BF62-F014BB873B90}" dt="2020-02-19T14:00:06.536" v="356" actId="207"/>
          <ac:spMkLst>
            <pc:docMk/>
            <pc:sldMk cId="33371456" sldId="266"/>
            <ac:spMk id="30" creationId="{0232DF24-2ED1-4D71-A454-F7E48B946193}"/>
          </ac:spMkLst>
        </pc:spChg>
        <pc:graphicFrameChg chg="mod modGraphic">
          <ac:chgData name="Sam O'Neill" userId="cb323814-a42a-4cfe-bc74-03f595e56f6e" providerId="ADAL" clId="{065A34F7-54FD-42E8-BF62-F014BB873B90}" dt="2020-02-20T10:53:45.838" v="434" actId="313"/>
          <ac:graphicFrameMkLst>
            <pc:docMk/>
            <pc:sldMk cId="33371456" sldId="266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00:18.290" v="357" actId="208"/>
          <ac:cxnSpMkLst>
            <pc:docMk/>
            <pc:sldMk cId="33371456" sldId="266"/>
            <ac:cxnSpMk id="38" creationId="{376602F6-5A24-42A2-8DC4-E1FBB45F5AB5}"/>
          </ac:cxnSpMkLst>
        </pc:cxn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42" creationId="{FED8F8E3-6AEF-4C1D-93EA-D28685351B6F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4:01.822" v="438" actId="20577"/>
        <pc:sldMkLst>
          <pc:docMk/>
          <pc:sldMk cId="2971156365" sldId="267"/>
        </pc:sldMkLst>
        <pc:spChg chg="mod">
          <ac:chgData name="Sam O'Neill" userId="cb323814-a42a-4cfe-bc74-03f595e56f6e" providerId="ADAL" clId="{065A34F7-54FD-42E8-BF62-F014BB873B90}" dt="2020-02-19T14:09:13.434" v="361" actId="207"/>
          <ac:spMkLst>
            <pc:docMk/>
            <pc:sldMk cId="2971156365" sldId="267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4:12:13.639" v="396" actId="20577"/>
          <ac:spMkLst>
            <pc:docMk/>
            <pc:sldMk cId="2971156365" sldId="267"/>
            <ac:spMk id="61" creationId="{AF4FF0C5-34D4-4EED-865F-115E4CA09074}"/>
          </ac:spMkLst>
        </pc:spChg>
        <pc:graphicFrameChg chg="mod modGraphic">
          <ac:chgData name="Sam O'Neill" userId="cb323814-a42a-4cfe-bc74-03f595e56f6e" providerId="ADAL" clId="{065A34F7-54FD-42E8-BF62-F014BB873B90}" dt="2020-02-20T10:54:01.822" v="438" actId="20577"/>
          <ac:graphicFrameMkLst>
            <pc:docMk/>
            <pc:sldMk cId="2971156365" sldId="267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4:00:31.700" v="359" actId="208"/>
          <ac:cxnSpMkLst>
            <pc:docMk/>
            <pc:sldMk cId="2971156365" sldId="267"/>
            <ac:cxnSpMk id="38" creationId="{376602F6-5A24-42A2-8DC4-E1FBB45F5AB5}"/>
          </ac:cxnSpMkLst>
        </pc:cxnChg>
      </pc:sldChg>
      <pc:sldChg chg="modSp add mod">
        <pc:chgData name="Sam O'Neill" userId="cb323814-a42a-4cfe-bc74-03f595e56f6e" providerId="ADAL" clId="{065A34F7-54FD-42E8-BF62-F014BB873B90}" dt="2020-02-19T14:10:21.748" v="375" actId="20577"/>
        <pc:sldMkLst>
          <pc:docMk/>
          <pc:sldMk cId="1489325174" sldId="268"/>
        </pc:sldMkLst>
        <pc:spChg chg="mod">
          <ac:chgData name="Sam O'Neill" userId="cb323814-a42a-4cfe-bc74-03f595e56f6e" providerId="ADAL" clId="{065A34F7-54FD-42E8-BF62-F014BB873B90}" dt="2020-02-19T14:10:21.748" v="375" actId="20577"/>
          <ac:spMkLst>
            <pc:docMk/>
            <pc:sldMk cId="1489325174" sldId="268"/>
            <ac:spMk id="2" creationId="{0BA45F7E-7747-4BFC-ACE9-248B50990961}"/>
          </ac:spMkLst>
        </pc:spChg>
      </pc:sldChg>
      <pc:sldChg chg="modSp add mod">
        <pc:chgData name="Sam O'Neill" userId="cb323814-a42a-4cfe-bc74-03f595e56f6e" providerId="ADAL" clId="{065A34F7-54FD-42E8-BF62-F014BB873B90}" dt="2020-02-19T14:10:28.859" v="378" actId="20577"/>
        <pc:sldMkLst>
          <pc:docMk/>
          <pc:sldMk cId="690957205" sldId="269"/>
        </pc:sldMkLst>
        <pc:spChg chg="mod">
          <ac:chgData name="Sam O'Neill" userId="cb323814-a42a-4cfe-bc74-03f595e56f6e" providerId="ADAL" clId="{065A34F7-54FD-42E8-BF62-F014BB873B90}" dt="2020-02-19T14:10:28.859" v="378" actId="20577"/>
          <ac:spMkLst>
            <pc:docMk/>
            <pc:sldMk cId="690957205" sldId="269"/>
            <ac:spMk id="2" creationId="{0BA45F7E-7747-4BFC-ACE9-248B50990961}"/>
          </ac:spMkLst>
        </pc:sp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115705893" sldId="274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32323992" sldId="275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180742927" sldId="276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665790786" sldId="277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634217021" sldId="278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802459319" sldId="279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377718196" sldId="28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401578788" sldId="281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35425591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32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91080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91080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086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9379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9379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38077B6-1EE9-4200-A2A5-1BBCF4686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38077B6-1EE9-4200-A2A5-1BBCF4686A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0D2A84B4-07A0-4CC0-B227-AD05EA08D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0D2A84B4-07A0-4CC0-B227-AD05EA08D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9C1C0DB5-4780-445B-BE97-33950454CD8D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A1BA99-1F0A-4554-8B8A-5F048E61A844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23686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910727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910727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CB50F38-9376-4EE7-838E-BD4AC8A42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CB50F38-9376-4EE7-838E-BD4AC8A425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D90F9BB-46B1-4E88-A963-ABD8BFFA5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D90F9BB-46B1-4E88-A963-ABD8BFFA5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350BDF8F-8E4A-4530-990C-6712E2A5391C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4C66A7-059E-4848-BBFD-DDD88679E5B3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63628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60108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60108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5B2285A5-670F-470A-8B8E-254C413C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5B2285A5-670F-470A-8B8E-254C413CE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500F9B6-B3B1-4F03-B18D-38FAFE96D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500F9B6-B3B1-4F03-B18D-38FAFE96D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4C48827-DC58-4BEE-8E68-0AF61D0BC95A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41B690-817B-4C8D-AE18-FDBAA947BB5A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01979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82676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82676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66C5692-FE38-499F-93B2-EE68DACFD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66C5692-FE38-499F-93B2-EE68DACFD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CC58CDC-651B-4ADB-93D3-6F336E82F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CC58CDC-651B-4ADB-93D3-6F336E82F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03F96729-A274-4B6C-A8A8-A9EDA7EE3FF0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0A0077-BDB0-43A8-9B79-BB32FDF7AFB3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5618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128311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128311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32038A-0981-4C47-9844-8E5CEDF5C68C}"/>
              </a:ext>
            </a:extLst>
          </p:cNvPr>
          <p:cNvSpPr txBox="1"/>
          <p:nvPr/>
        </p:nvSpPr>
        <p:spPr>
          <a:xfrm>
            <a:off x="849489" y="5014590"/>
            <a:ext cx="5274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Shortest Path found by working backwards from node 4 and following the predecessors </a:t>
            </a:r>
          </a:p>
          <a:p>
            <a:endParaRPr lang="en-GB" dirty="0"/>
          </a:p>
          <a:p>
            <a:r>
              <a:rPr lang="en-GB" dirty="0"/>
              <a:t>(1,3,4) with a total of 5</a:t>
            </a:r>
          </a:p>
          <a:p>
            <a:r>
              <a:rPr lang="en-GB" dirty="0"/>
              <a:t>(1,2,3,4) also has a total of 5: both are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5640A86-EA71-42F8-A7D6-5C5911082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5640A86-EA71-42F8-A7D6-5C5911082F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E9A2B86-D6FC-4254-8807-7D6863848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E9A2B86-D6FC-4254-8807-7D6863848E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8A6FAE9D-3FA7-4231-802E-BE86A04C622E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181563-521B-4E3F-8C70-CF5DDE0A23FE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518822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95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40824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391681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2379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2379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51127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151764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151764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197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97036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97036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1562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322107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322107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3371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55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462870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462870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4FF0C5-34D4-4EED-865F-115E4CA09074}"/>
              </a:ext>
            </a:extLst>
          </p:cNvPr>
          <p:cNvSpPr txBox="1"/>
          <p:nvPr/>
        </p:nvSpPr>
        <p:spPr>
          <a:xfrm>
            <a:off x="849489" y="5014590"/>
            <a:ext cx="5274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Shortest Path found by working backwards from node 2 and following the predecessors </a:t>
            </a:r>
          </a:p>
          <a:p>
            <a:endParaRPr lang="en-GB" dirty="0"/>
          </a:p>
          <a:p>
            <a:r>
              <a:rPr lang="en-GB"/>
              <a:t>(1,3,4,2) </a:t>
            </a:r>
            <a:r>
              <a:rPr lang="en-GB" dirty="0"/>
              <a:t>with a total </a:t>
            </a:r>
            <a:r>
              <a:rPr lang="en-GB"/>
              <a:t>of 55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115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604</Words>
  <Application>Microsoft Office PowerPoint</Application>
  <PresentationFormat>Widescreen</PresentationFormat>
  <Paragraphs>566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Question 2a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2020-02-19T12:48:13Z</dcterms:created>
  <dcterms:modified xsi:type="dcterms:W3CDTF">2021-03-03T17:06:55Z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