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95" r:id="rId5"/>
    <p:sldId id="348" r:id="rId6"/>
    <p:sldId id="351" r:id="rId7"/>
    <p:sldId id="359" r:id="rId8"/>
    <p:sldId id="360" r:id="rId9"/>
    <p:sldId id="361" r:id="rId10"/>
    <p:sldId id="352" r:id="rId11"/>
    <p:sldId id="320" r:id="rId12"/>
    <p:sldId id="321" r:id="rId13"/>
    <p:sldId id="331" r:id="rId14"/>
    <p:sldId id="322" r:id="rId15"/>
    <p:sldId id="332" r:id="rId16"/>
    <p:sldId id="323" r:id="rId17"/>
    <p:sldId id="325" r:id="rId18"/>
    <p:sldId id="335" r:id="rId19"/>
    <p:sldId id="326" r:id="rId20"/>
    <p:sldId id="333" r:id="rId21"/>
    <p:sldId id="334" r:id="rId22"/>
    <p:sldId id="327" r:id="rId23"/>
    <p:sldId id="336" r:id="rId24"/>
    <p:sldId id="338" r:id="rId25"/>
    <p:sldId id="339" r:id="rId26"/>
    <p:sldId id="340" r:id="rId27"/>
    <p:sldId id="363" r:id="rId28"/>
    <p:sldId id="36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BBA431-16C2-4FC0-9ACE-8FF20FBFEE37}" v="67" dt="2025-11-13T12:00:46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’Neil" userId="cb323814-a42a-4cfe-bc74-03f595e56f6e" providerId="ADAL" clId="{A2D6670F-1A71-4702-8E01-DE074453B2C1}"/>
    <pc:docChg chg="undo custSel addSld delSld modSld">
      <pc:chgData name="Sam O’Neil" userId="cb323814-a42a-4cfe-bc74-03f595e56f6e" providerId="ADAL" clId="{A2D6670F-1A71-4702-8E01-DE074453B2C1}" dt="2019-11-07T13:20:57.190" v="2916"/>
      <pc:docMkLst>
        <pc:docMk/>
      </pc:docMkLst>
      <pc:sldChg chg="modSp">
        <pc:chgData name="Sam O’Neil" userId="cb323814-a42a-4cfe-bc74-03f595e56f6e" providerId="ADAL" clId="{A2D6670F-1A71-4702-8E01-DE074453B2C1}" dt="2019-11-07T09:03:36.506" v="79" actId="20577"/>
        <pc:sldMkLst>
          <pc:docMk/>
          <pc:sldMk cId="110775907" sldId="256"/>
        </pc:sldMkLst>
      </pc:sldChg>
      <pc:sldChg chg="del">
        <pc:chgData name="Sam O’Neil" userId="cb323814-a42a-4cfe-bc74-03f595e56f6e" providerId="ADAL" clId="{A2D6670F-1A71-4702-8E01-DE074453B2C1}" dt="2019-11-07T13:04:17.643" v="2910" actId="2696"/>
        <pc:sldMkLst>
          <pc:docMk/>
          <pc:sldMk cId="3733589376" sldId="258"/>
        </pc:sldMkLst>
      </pc:sldChg>
      <pc:sldChg chg="modAnim">
        <pc:chgData name="Sam O’Neil" userId="cb323814-a42a-4cfe-bc74-03f595e56f6e" providerId="ADAL" clId="{A2D6670F-1A71-4702-8E01-DE074453B2C1}" dt="2019-11-07T13:20:57.190" v="2916"/>
        <pc:sldMkLst>
          <pc:docMk/>
          <pc:sldMk cId="674261045" sldId="274"/>
        </pc:sldMkLst>
      </pc:sldChg>
      <pc:sldChg chg="del">
        <pc:chgData name="Sam O’Neil" userId="cb323814-a42a-4cfe-bc74-03f595e56f6e" providerId="ADAL" clId="{A2D6670F-1A71-4702-8E01-DE074453B2C1}" dt="2019-11-07T09:04:21.563" v="110" actId="2696"/>
        <pc:sldMkLst>
          <pc:docMk/>
          <pc:sldMk cId="1919647061" sldId="287"/>
        </pc:sldMkLst>
      </pc:sldChg>
      <pc:sldChg chg="del">
        <pc:chgData name="Sam O’Neil" userId="cb323814-a42a-4cfe-bc74-03f595e56f6e" providerId="ADAL" clId="{A2D6670F-1A71-4702-8E01-DE074453B2C1}" dt="2019-11-07T09:04:22.500" v="113" actId="2696"/>
        <pc:sldMkLst>
          <pc:docMk/>
          <pc:sldMk cId="230708497" sldId="288"/>
        </pc:sldMkLst>
      </pc:sldChg>
      <pc:sldChg chg="del">
        <pc:chgData name="Sam O’Neil" userId="cb323814-a42a-4cfe-bc74-03f595e56f6e" providerId="ADAL" clId="{A2D6670F-1A71-4702-8E01-DE074453B2C1}" dt="2019-11-07T09:04:21.928" v="111" actId="2696"/>
        <pc:sldMkLst>
          <pc:docMk/>
          <pc:sldMk cId="1051920825" sldId="289"/>
        </pc:sldMkLst>
      </pc:sldChg>
      <pc:sldChg chg="del">
        <pc:chgData name="Sam O’Neil" userId="cb323814-a42a-4cfe-bc74-03f595e56f6e" providerId="ADAL" clId="{A2D6670F-1A71-4702-8E01-DE074453B2C1}" dt="2019-11-07T09:04:22.239" v="112" actId="2696"/>
        <pc:sldMkLst>
          <pc:docMk/>
          <pc:sldMk cId="2658666563" sldId="290"/>
        </pc:sldMkLst>
      </pc:sldChg>
      <pc:sldChg chg="addSp delSp modSp delAnim modAnim">
        <pc:chgData name="Sam O’Neil" userId="cb323814-a42a-4cfe-bc74-03f595e56f6e" providerId="ADAL" clId="{A2D6670F-1A71-4702-8E01-DE074453B2C1}" dt="2019-11-07T09:15:47.339" v="457"/>
        <pc:sldMkLst>
          <pc:docMk/>
          <pc:sldMk cId="1245560113" sldId="293"/>
        </pc:sldMkLst>
      </pc:sldChg>
      <pc:sldChg chg="modSp">
        <pc:chgData name="Sam O’Neil" userId="cb323814-a42a-4cfe-bc74-03f595e56f6e" providerId="ADAL" clId="{A2D6670F-1A71-4702-8E01-DE074453B2C1}" dt="2019-11-07T09:04:14.246" v="109" actId="20577"/>
        <pc:sldMkLst>
          <pc:docMk/>
          <pc:sldMk cId="70229734" sldId="294"/>
        </pc:sldMkLst>
      </pc:sldChg>
      <pc:sldChg chg="del">
        <pc:chgData name="Sam O’Neil" userId="cb323814-a42a-4cfe-bc74-03f595e56f6e" providerId="ADAL" clId="{A2D6670F-1A71-4702-8E01-DE074453B2C1}" dt="2019-11-07T09:04:22.734" v="114" actId="2696"/>
        <pc:sldMkLst>
          <pc:docMk/>
          <pc:sldMk cId="1906729432" sldId="295"/>
        </pc:sldMkLst>
      </pc:sldChg>
      <pc:sldChg chg="delSp modSp add modAnim">
        <pc:chgData name="Sam O’Neil" userId="cb323814-a42a-4cfe-bc74-03f595e56f6e" providerId="ADAL" clId="{A2D6670F-1A71-4702-8E01-DE074453B2C1}" dt="2019-11-07T09:26:56.870" v="717" actId="20577"/>
        <pc:sldMkLst>
          <pc:docMk/>
          <pc:sldMk cId="2098889634" sldId="295"/>
        </pc:sldMkLst>
      </pc:sldChg>
      <pc:sldChg chg="addSp delSp modSp add modAnim">
        <pc:chgData name="Sam O’Neil" userId="cb323814-a42a-4cfe-bc74-03f595e56f6e" providerId="ADAL" clId="{A2D6670F-1A71-4702-8E01-DE074453B2C1}" dt="2019-11-07T09:32:47.283" v="967"/>
        <pc:sldMkLst>
          <pc:docMk/>
          <pc:sldMk cId="1411796785" sldId="296"/>
        </pc:sldMkLst>
      </pc:sldChg>
      <pc:sldChg chg="del">
        <pc:chgData name="Sam O’Neil" userId="cb323814-a42a-4cfe-bc74-03f595e56f6e" providerId="ADAL" clId="{A2D6670F-1A71-4702-8E01-DE074453B2C1}" dt="2019-11-07T09:04:23.063" v="115" actId="2696"/>
        <pc:sldMkLst>
          <pc:docMk/>
          <pc:sldMk cId="2788910232" sldId="296"/>
        </pc:sldMkLst>
      </pc:sldChg>
      <pc:sldChg chg="modSp add modAnim">
        <pc:chgData name="Sam O’Neil" userId="cb323814-a42a-4cfe-bc74-03f595e56f6e" providerId="ADAL" clId="{A2D6670F-1A71-4702-8E01-DE074453B2C1}" dt="2019-11-07T09:43:56.140" v="1444" actId="20577"/>
        <pc:sldMkLst>
          <pc:docMk/>
          <pc:sldMk cId="188975121" sldId="297"/>
        </pc:sldMkLst>
      </pc:sldChg>
      <pc:sldChg chg="del">
        <pc:chgData name="Sam O’Neil" userId="cb323814-a42a-4cfe-bc74-03f595e56f6e" providerId="ADAL" clId="{A2D6670F-1A71-4702-8E01-DE074453B2C1}" dt="2019-11-07T09:04:23.161" v="116" actId="2696"/>
        <pc:sldMkLst>
          <pc:docMk/>
          <pc:sldMk cId="2832277328" sldId="297"/>
        </pc:sldMkLst>
      </pc:sldChg>
      <pc:sldChg chg="del">
        <pc:chgData name="Sam O’Neil" userId="cb323814-a42a-4cfe-bc74-03f595e56f6e" providerId="ADAL" clId="{A2D6670F-1A71-4702-8E01-DE074453B2C1}" dt="2019-11-07T09:04:23.384" v="117" actId="2696"/>
        <pc:sldMkLst>
          <pc:docMk/>
          <pc:sldMk cId="297669834" sldId="298"/>
        </pc:sldMkLst>
      </pc:sldChg>
      <pc:sldChg chg="modSp add modAnim">
        <pc:chgData name="Sam O’Neil" userId="cb323814-a42a-4cfe-bc74-03f595e56f6e" providerId="ADAL" clId="{A2D6670F-1A71-4702-8E01-DE074453B2C1}" dt="2019-11-07T09:48:52.735" v="1552" actId="27636"/>
        <pc:sldMkLst>
          <pc:docMk/>
          <pc:sldMk cId="3026139076" sldId="298"/>
        </pc:sldMkLst>
      </pc:sldChg>
      <pc:sldChg chg="modSp add modAnim">
        <pc:chgData name="Sam O’Neil" userId="cb323814-a42a-4cfe-bc74-03f595e56f6e" providerId="ADAL" clId="{A2D6670F-1A71-4702-8E01-DE074453B2C1}" dt="2019-11-07T09:53:06.731" v="1691" actId="20577"/>
        <pc:sldMkLst>
          <pc:docMk/>
          <pc:sldMk cId="230864193" sldId="299"/>
        </pc:sldMkLst>
      </pc:sldChg>
      <pc:sldChg chg="del">
        <pc:chgData name="Sam O’Neil" userId="cb323814-a42a-4cfe-bc74-03f595e56f6e" providerId="ADAL" clId="{A2D6670F-1A71-4702-8E01-DE074453B2C1}" dt="2019-11-07T09:04:23.551" v="118" actId="2696"/>
        <pc:sldMkLst>
          <pc:docMk/>
          <pc:sldMk cId="1906797595" sldId="299"/>
        </pc:sldMkLst>
      </pc:sldChg>
      <pc:sldChg chg="del">
        <pc:chgData name="Sam O’Neil" userId="cb323814-a42a-4cfe-bc74-03f595e56f6e" providerId="ADAL" clId="{A2D6670F-1A71-4702-8E01-DE074453B2C1}" dt="2019-11-07T09:04:23.611" v="119" actId="2696"/>
        <pc:sldMkLst>
          <pc:docMk/>
          <pc:sldMk cId="2713656048" sldId="300"/>
        </pc:sldMkLst>
      </pc:sldChg>
      <pc:sldChg chg="addSp delSp modSp add modAnim">
        <pc:chgData name="Sam O’Neil" userId="cb323814-a42a-4cfe-bc74-03f595e56f6e" providerId="ADAL" clId="{A2D6670F-1A71-4702-8E01-DE074453B2C1}" dt="2019-11-07T10:00:58.556" v="2163"/>
        <pc:sldMkLst>
          <pc:docMk/>
          <pc:sldMk cId="4135857540" sldId="300"/>
        </pc:sldMkLst>
      </pc:sldChg>
      <pc:sldChg chg="modSp add modAnim">
        <pc:chgData name="Sam O’Neil" userId="cb323814-a42a-4cfe-bc74-03f595e56f6e" providerId="ADAL" clId="{A2D6670F-1A71-4702-8E01-DE074453B2C1}" dt="2019-11-07T10:02:03.667" v="2267" actId="20577"/>
        <pc:sldMkLst>
          <pc:docMk/>
          <pc:sldMk cId="2314626422" sldId="301"/>
        </pc:sldMkLst>
      </pc:sldChg>
      <pc:sldChg chg="del">
        <pc:chgData name="Sam O’Neil" userId="cb323814-a42a-4cfe-bc74-03f595e56f6e" providerId="ADAL" clId="{A2D6670F-1A71-4702-8E01-DE074453B2C1}" dt="2019-11-07T09:04:23.776" v="120" actId="2696"/>
        <pc:sldMkLst>
          <pc:docMk/>
          <pc:sldMk cId="3770277498" sldId="301"/>
        </pc:sldMkLst>
      </pc:sldChg>
      <pc:sldChg chg="addSp modSp add modAnim">
        <pc:chgData name="Sam O’Neil" userId="cb323814-a42a-4cfe-bc74-03f595e56f6e" providerId="ADAL" clId="{A2D6670F-1A71-4702-8E01-DE074453B2C1}" dt="2019-11-07T10:06:22.637" v="2323" actId="1076"/>
        <pc:sldMkLst>
          <pc:docMk/>
          <pc:sldMk cId="2996085282" sldId="302"/>
        </pc:sldMkLst>
      </pc:sldChg>
      <pc:sldChg chg="del">
        <pc:chgData name="Sam O’Neil" userId="cb323814-a42a-4cfe-bc74-03f595e56f6e" providerId="ADAL" clId="{A2D6670F-1A71-4702-8E01-DE074453B2C1}" dt="2019-11-07T09:04:24.003" v="121" actId="2696"/>
        <pc:sldMkLst>
          <pc:docMk/>
          <pc:sldMk cId="4108896939" sldId="302"/>
        </pc:sldMkLst>
      </pc:sldChg>
      <pc:sldChg chg="del">
        <pc:chgData name="Sam O’Neil" userId="cb323814-a42a-4cfe-bc74-03f595e56f6e" providerId="ADAL" clId="{A2D6670F-1A71-4702-8E01-DE074453B2C1}" dt="2019-11-07T09:04:24.255" v="122" actId="2696"/>
        <pc:sldMkLst>
          <pc:docMk/>
          <pc:sldMk cId="1996427595" sldId="303"/>
        </pc:sldMkLst>
      </pc:sldChg>
      <pc:sldChg chg="add del">
        <pc:chgData name="Sam O’Neil" userId="cb323814-a42a-4cfe-bc74-03f595e56f6e" providerId="ADAL" clId="{A2D6670F-1A71-4702-8E01-DE074453B2C1}" dt="2019-11-07T10:08:13.726" v="2326" actId="2696"/>
        <pc:sldMkLst>
          <pc:docMk/>
          <pc:sldMk cId="3570450653" sldId="303"/>
        </pc:sldMkLst>
      </pc:sldChg>
      <pc:sldChg chg="modSp add modAnim">
        <pc:chgData name="Sam O’Neil" userId="cb323814-a42a-4cfe-bc74-03f595e56f6e" providerId="ADAL" clId="{A2D6670F-1A71-4702-8E01-DE074453B2C1}" dt="2019-11-07T10:09:46.381" v="2490" actId="20577"/>
        <pc:sldMkLst>
          <pc:docMk/>
          <pc:sldMk cId="1844912782" sldId="304"/>
        </pc:sldMkLst>
      </pc:sldChg>
      <pc:sldChg chg="del">
        <pc:chgData name="Sam O’Neil" userId="cb323814-a42a-4cfe-bc74-03f595e56f6e" providerId="ADAL" clId="{A2D6670F-1A71-4702-8E01-DE074453B2C1}" dt="2019-11-07T09:04:24.765" v="123" actId="2696"/>
        <pc:sldMkLst>
          <pc:docMk/>
          <pc:sldMk cId="4209174142" sldId="304"/>
        </pc:sldMkLst>
      </pc:sldChg>
      <pc:sldChg chg="del">
        <pc:chgData name="Sam O’Neil" userId="cb323814-a42a-4cfe-bc74-03f595e56f6e" providerId="ADAL" clId="{A2D6670F-1A71-4702-8E01-DE074453B2C1}" dt="2019-11-07T09:04:25.191" v="124" actId="2696"/>
        <pc:sldMkLst>
          <pc:docMk/>
          <pc:sldMk cId="395634434" sldId="305"/>
        </pc:sldMkLst>
      </pc:sldChg>
      <pc:sldChg chg="addSp delSp modSp add modAnim">
        <pc:chgData name="Sam O’Neil" userId="cb323814-a42a-4cfe-bc74-03f595e56f6e" providerId="ADAL" clId="{A2D6670F-1A71-4702-8E01-DE074453B2C1}" dt="2019-11-07T10:34:30.131" v="2733"/>
        <pc:sldMkLst>
          <pc:docMk/>
          <pc:sldMk cId="1214152154" sldId="305"/>
        </pc:sldMkLst>
      </pc:sldChg>
      <pc:sldChg chg="addSp modSp add modAnim">
        <pc:chgData name="Sam O’Neil" userId="cb323814-a42a-4cfe-bc74-03f595e56f6e" providerId="ADAL" clId="{A2D6670F-1A71-4702-8E01-DE074453B2C1}" dt="2019-11-07T10:35:05.960" v="2740" actId="20577"/>
        <pc:sldMkLst>
          <pc:docMk/>
          <pc:sldMk cId="407957214" sldId="306"/>
        </pc:sldMkLst>
      </pc:sldChg>
      <pc:sldChg chg="del">
        <pc:chgData name="Sam O’Neil" userId="cb323814-a42a-4cfe-bc74-03f595e56f6e" providerId="ADAL" clId="{A2D6670F-1A71-4702-8E01-DE074453B2C1}" dt="2019-11-07T09:04:25.529" v="125" actId="2696"/>
        <pc:sldMkLst>
          <pc:docMk/>
          <pc:sldMk cId="2246994295" sldId="306"/>
        </pc:sldMkLst>
      </pc:sldChg>
      <pc:sldChg chg="del">
        <pc:chgData name="Sam O’Neil" userId="cb323814-a42a-4cfe-bc74-03f595e56f6e" providerId="ADAL" clId="{A2D6670F-1A71-4702-8E01-DE074453B2C1}" dt="2019-11-07T09:04:26.238" v="128" actId="2696"/>
        <pc:sldMkLst>
          <pc:docMk/>
          <pc:sldMk cId="1688978545" sldId="307"/>
        </pc:sldMkLst>
      </pc:sldChg>
      <pc:sldChg chg="modSp add modAnim">
        <pc:chgData name="Sam O’Neil" userId="cb323814-a42a-4cfe-bc74-03f595e56f6e" providerId="ADAL" clId="{A2D6670F-1A71-4702-8E01-DE074453B2C1}" dt="2019-11-07T13:02:46.315" v="2909" actId="1036"/>
        <pc:sldMkLst>
          <pc:docMk/>
          <pc:sldMk cId="1869720662" sldId="307"/>
        </pc:sldMkLst>
      </pc:sldChg>
      <pc:sldChg chg="del">
        <pc:chgData name="Sam O’Neil" userId="cb323814-a42a-4cfe-bc74-03f595e56f6e" providerId="ADAL" clId="{A2D6670F-1A71-4702-8E01-DE074453B2C1}" dt="2019-11-07T09:04:26.412" v="129" actId="2696"/>
        <pc:sldMkLst>
          <pc:docMk/>
          <pc:sldMk cId="33109785" sldId="308"/>
        </pc:sldMkLst>
      </pc:sldChg>
      <pc:sldChg chg="del">
        <pc:chgData name="Sam O’Neil" userId="cb323814-a42a-4cfe-bc74-03f595e56f6e" providerId="ADAL" clId="{A2D6670F-1A71-4702-8E01-DE074453B2C1}" dt="2019-11-07T09:04:27.037" v="131" actId="2696"/>
        <pc:sldMkLst>
          <pc:docMk/>
          <pc:sldMk cId="2333503007" sldId="309"/>
        </pc:sldMkLst>
      </pc:sldChg>
      <pc:sldChg chg="del">
        <pc:chgData name="Sam O’Neil" userId="cb323814-a42a-4cfe-bc74-03f595e56f6e" providerId="ADAL" clId="{A2D6670F-1A71-4702-8E01-DE074453B2C1}" dt="2019-11-07T09:04:27.519" v="133" actId="2696"/>
        <pc:sldMkLst>
          <pc:docMk/>
          <pc:sldMk cId="3914801083" sldId="310"/>
        </pc:sldMkLst>
      </pc:sldChg>
      <pc:sldChg chg="del">
        <pc:chgData name="Sam O’Neil" userId="cb323814-a42a-4cfe-bc74-03f595e56f6e" providerId="ADAL" clId="{A2D6670F-1A71-4702-8E01-DE074453B2C1}" dt="2019-11-07T09:04:26.721" v="130" actId="2696"/>
        <pc:sldMkLst>
          <pc:docMk/>
          <pc:sldMk cId="2976530976" sldId="311"/>
        </pc:sldMkLst>
      </pc:sldChg>
      <pc:sldChg chg="del">
        <pc:chgData name="Sam O’Neil" userId="cb323814-a42a-4cfe-bc74-03f595e56f6e" providerId="ADAL" clId="{A2D6670F-1A71-4702-8E01-DE074453B2C1}" dt="2019-11-07T09:04:27.791" v="134" actId="2696"/>
        <pc:sldMkLst>
          <pc:docMk/>
          <pc:sldMk cId="757591041" sldId="312"/>
        </pc:sldMkLst>
      </pc:sldChg>
      <pc:sldChg chg="del">
        <pc:chgData name="Sam O’Neil" userId="cb323814-a42a-4cfe-bc74-03f595e56f6e" providerId="ADAL" clId="{A2D6670F-1A71-4702-8E01-DE074453B2C1}" dt="2019-11-07T09:04:25.826" v="126" actId="2696"/>
        <pc:sldMkLst>
          <pc:docMk/>
          <pc:sldMk cId="181662958" sldId="313"/>
        </pc:sldMkLst>
      </pc:sldChg>
      <pc:sldChg chg="del">
        <pc:chgData name="Sam O’Neil" userId="cb323814-a42a-4cfe-bc74-03f595e56f6e" providerId="ADAL" clId="{A2D6670F-1A71-4702-8E01-DE074453B2C1}" dt="2019-11-07T09:04:26.086" v="127" actId="2696"/>
        <pc:sldMkLst>
          <pc:docMk/>
          <pc:sldMk cId="3249660774" sldId="314"/>
        </pc:sldMkLst>
      </pc:sldChg>
      <pc:sldChg chg="del">
        <pc:chgData name="Sam O’Neil" userId="cb323814-a42a-4cfe-bc74-03f595e56f6e" providerId="ADAL" clId="{A2D6670F-1A71-4702-8E01-DE074453B2C1}" dt="2019-11-07T09:04:28.045" v="135" actId="2696"/>
        <pc:sldMkLst>
          <pc:docMk/>
          <pc:sldMk cId="2685382373" sldId="315"/>
        </pc:sldMkLst>
      </pc:sldChg>
      <pc:sldChg chg="del">
        <pc:chgData name="Sam O’Neil" userId="cb323814-a42a-4cfe-bc74-03f595e56f6e" providerId="ADAL" clId="{A2D6670F-1A71-4702-8E01-DE074453B2C1}" dt="2019-11-07T09:04:27.267" v="132" actId="2696"/>
        <pc:sldMkLst>
          <pc:docMk/>
          <pc:sldMk cId="1636974708" sldId="316"/>
        </pc:sldMkLst>
      </pc:sldChg>
      <pc:sldChg chg="modAnim">
        <pc:chgData name="Sam O’Neil" userId="cb323814-a42a-4cfe-bc74-03f595e56f6e" providerId="ADAL" clId="{A2D6670F-1A71-4702-8E01-DE074453B2C1}" dt="2019-11-07T13:20:14.957" v="2913"/>
        <pc:sldMkLst>
          <pc:docMk/>
          <pc:sldMk cId="4064605988" sldId="316"/>
        </pc:sldMkLst>
      </pc:sldChg>
      <pc:sldChg chg="del">
        <pc:chgData name="Sam O’Neil" userId="cb323814-a42a-4cfe-bc74-03f595e56f6e" providerId="ADAL" clId="{A2D6670F-1A71-4702-8E01-DE074453B2C1}" dt="2019-11-07T09:04:28.271" v="136" actId="2696"/>
        <pc:sldMkLst>
          <pc:docMk/>
          <pc:sldMk cId="2063631930" sldId="317"/>
        </pc:sldMkLst>
      </pc:sldChg>
    </pc:docChg>
  </pc:docChgLst>
  <pc:docChgLst>
    <pc:chgData name="Sam O'Neill" userId="cb323814-a42a-4cfe-bc74-03f595e56f6e" providerId="ADAL" clId="{558A1F73-26FA-4C18-8D3B-6C90D207E635}"/>
    <pc:docChg chg="custSel modSld">
      <pc:chgData name="Sam O'Neill" userId="cb323814-a42a-4cfe-bc74-03f595e56f6e" providerId="ADAL" clId="{558A1F73-26FA-4C18-8D3B-6C90D207E635}" dt="2019-11-13T12:47:25.518" v="1" actId="207"/>
      <pc:docMkLst>
        <pc:docMk/>
      </pc:docMkLst>
      <pc:sldChg chg="modSp">
        <pc:chgData name="Sam O'Neill" userId="cb323814-a42a-4cfe-bc74-03f595e56f6e" providerId="ADAL" clId="{558A1F73-26FA-4C18-8D3B-6C90D207E635}" dt="2019-11-13T12:47:25.518" v="1" actId="207"/>
        <pc:sldMkLst>
          <pc:docMk/>
          <pc:sldMk cId="2458902969" sldId="270"/>
        </pc:sldMkLst>
      </pc:sldChg>
    </pc:docChg>
  </pc:docChgLst>
  <pc:docChgLst>
    <pc:chgData name="Sam O'Neill" userId="cb323814-a42a-4cfe-bc74-03f595e56f6e" providerId="ADAL" clId="{87359F41-B285-4FAA-9A5E-3C42A89AC9C1}"/>
    <pc:docChg chg="undo custSel addSld delSld modSld modMainMaster">
      <pc:chgData name="Sam O'Neill" userId="cb323814-a42a-4cfe-bc74-03f595e56f6e" providerId="ADAL" clId="{87359F41-B285-4FAA-9A5E-3C42A89AC9C1}" dt="2019-10-10T11:50:53.792" v="3197"/>
      <pc:docMkLst>
        <pc:docMk/>
      </pc:docMkLst>
      <pc:sldChg chg="modSp">
        <pc:chgData name="Sam O'Neill" userId="cb323814-a42a-4cfe-bc74-03f595e56f6e" providerId="ADAL" clId="{87359F41-B285-4FAA-9A5E-3C42A89AC9C1}" dt="2019-10-09T10:26:58.126" v="37" actId="20577"/>
        <pc:sldMkLst>
          <pc:docMk/>
          <pc:sldMk cId="2464477114" sldId="257"/>
        </pc:sldMkLst>
      </pc:sldChg>
      <pc:sldChg chg="modSp add">
        <pc:chgData name="Sam O'Neill" userId="cb323814-a42a-4cfe-bc74-03f595e56f6e" providerId="ADAL" clId="{87359F41-B285-4FAA-9A5E-3C42A89AC9C1}" dt="2019-10-09T10:57:32.853" v="643" actId="27636"/>
        <pc:sldMkLst>
          <pc:docMk/>
          <pc:sldMk cId="737113903" sldId="258"/>
        </pc:sldMkLst>
      </pc:sldChg>
      <pc:sldChg chg="modSp add del">
        <pc:chgData name="Sam O'Neill" userId="cb323814-a42a-4cfe-bc74-03f595e56f6e" providerId="ADAL" clId="{87359F41-B285-4FAA-9A5E-3C42A89AC9C1}" dt="2019-10-09T10:40:55.687" v="92" actId="2696"/>
        <pc:sldMkLst>
          <pc:docMk/>
          <pc:sldMk cId="2558250790" sldId="259"/>
        </pc:sldMkLst>
      </pc:sldChg>
      <pc:sldChg chg="modSp add">
        <pc:chgData name="Sam O'Neill" userId="cb323814-a42a-4cfe-bc74-03f595e56f6e" providerId="ADAL" clId="{87359F41-B285-4FAA-9A5E-3C42A89AC9C1}" dt="2019-10-09T10:43:35.481" v="311" actId="27636"/>
        <pc:sldMkLst>
          <pc:docMk/>
          <pc:sldMk cId="3710664848" sldId="260"/>
        </pc:sldMkLst>
      </pc:sldChg>
      <pc:sldChg chg="modSp add">
        <pc:chgData name="Sam O'Neill" userId="cb323814-a42a-4cfe-bc74-03f595e56f6e" providerId="ADAL" clId="{87359F41-B285-4FAA-9A5E-3C42A89AC9C1}" dt="2019-10-09T10:41:18.063" v="134" actId="20577"/>
        <pc:sldMkLst>
          <pc:docMk/>
          <pc:sldMk cId="1484236167" sldId="261"/>
        </pc:sldMkLst>
      </pc:sldChg>
      <pc:sldChg chg="addSp delSp modSp add">
        <pc:chgData name="Sam O'Neill" userId="cb323814-a42a-4cfe-bc74-03f595e56f6e" providerId="ADAL" clId="{87359F41-B285-4FAA-9A5E-3C42A89AC9C1}" dt="2019-10-09T11:16:14.461" v="1179" actId="478"/>
        <pc:sldMkLst>
          <pc:docMk/>
          <pc:sldMk cId="1402902768" sldId="262"/>
        </pc:sldMkLst>
      </pc:sldChg>
      <pc:sldChg chg="addSp delSp modSp add">
        <pc:chgData name="Sam O'Neill" userId="cb323814-a42a-4cfe-bc74-03f595e56f6e" providerId="ADAL" clId="{87359F41-B285-4FAA-9A5E-3C42A89AC9C1}" dt="2019-10-09T11:04:52.481" v="752" actId="478"/>
        <pc:sldMkLst>
          <pc:docMk/>
          <pc:sldMk cId="2064211643" sldId="263"/>
        </pc:sldMkLst>
      </pc:sldChg>
      <pc:sldChg chg="add del">
        <pc:chgData name="Sam O'Neill" userId="cb323814-a42a-4cfe-bc74-03f595e56f6e" providerId="ADAL" clId="{87359F41-B285-4FAA-9A5E-3C42A89AC9C1}" dt="2019-10-09T10:54:20.887" v="517"/>
        <pc:sldMkLst>
          <pc:docMk/>
          <pc:sldMk cId="738976311" sldId="264"/>
        </pc:sldMkLst>
      </pc:sldChg>
      <pc:sldChg chg="addSp modSp add">
        <pc:chgData name="Sam O'Neill" userId="cb323814-a42a-4cfe-bc74-03f595e56f6e" providerId="ADAL" clId="{87359F41-B285-4FAA-9A5E-3C42A89AC9C1}" dt="2019-10-09T11:42:14.335" v="1932" actId="20577"/>
        <pc:sldMkLst>
          <pc:docMk/>
          <pc:sldMk cId="2026425645" sldId="264"/>
        </pc:sldMkLst>
      </pc:sldChg>
      <pc:sldChg chg="addSp delSp modSp add">
        <pc:chgData name="Sam O'Neill" userId="cb323814-a42a-4cfe-bc74-03f595e56f6e" providerId="ADAL" clId="{87359F41-B285-4FAA-9A5E-3C42A89AC9C1}" dt="2019-10-09T11:11:52.871" v="1163" actId="20577"/>
        <pc:sldMkLst>
          <pc:docMk/>
          <pc:sldMk cId="2645702153" sldId="265"/>
        </pc:sldMkLst>
      </pc:sldChg>
      <pc:sldChg chg="addSp delSp modSp add">
        <pc:chgData name="Sam O'Neill" userId="cb323814-a42a-4cfe-bc74-03f595e56f6e" providerId="ADAL" clId="{87359F41-B285-4FAA-9A5E-3C42A89AC9C1}" dt="2019-10-09T11:28:48.053" v="1432" actId="20577"/>
        <pc:sldMkLst>
          <pc:docMk/>
          <pc:sldMk cId="3317125378" sldId="266"/>
        </pc:sldMkLst>
      </pc:sldChg>
      <pc:sldChg chg="addSp modSp add">
        <pc:chgData name="Sam O'Neill" userId="cb323814-a42a-4cfe-bc74-03f595e56f6e" providerId="ADAL" clId="{87359F41-B285-4FAA-9A5E-3C42A89AC9C1}" dt="2019-10-09T11:41:44.321" v="1875" actId="688"/>
        <pc:sldMkLst>
          <pc:docMk/>
          <pc:sldMk cId="474528059" sldId="267"/>
        </pc:sldMkLst>
      </pc:sldChg>
      <pc:sldChg chg="addSp delSp modSp add">
        <pc:chgData name="Sam O'Neill" userId="cb323814-a42a-4cfe-bc74-03f595e56f6e" providerId="ADAL" clId="{87359F41-B285-4FAA-9A5E-3C42A89AC9C1}" dt="2019-10-09T11:55:15.033" v="2366" actId="20577"/>
        <pc:sldMkLst>
          <pc:docMk/>
          <pc:sldMk cId="113855319" sldId="268"/>
        </pc:sldMkLst>
      </pc:sldChg>
      <pc:sldChg chg="addSp delSp modSp add">
        <pc:chgData name="Sam O'Neill" userId="cb323814-a42a-4cfe-bc74-03f595e56f6e" providerId="ADAL" clId="{87359F41-B285-4FAA-9A5E-3C42A89AC9C1}" dt="2019-10-09T11:56:39.034" v="2514" actId="20577"/>
        <pc:sldMkLst>
          <pc:docMk/>
          <pc:sldMk cId="3403934085" sldId="269"/>
        </pc:sldMkLst>
      </pc:sldChg>
      <pc:sldChg chg="addSp delSp modSp add">
        <pc:chgData name="Sam O'Neill" userId="cb323814-a42a-4cfe-bc74-03f595e56f6e" providerId="ADAL" clId="{87359F41-B285-4FAA-9A5E-3C42A89AC9C1}" dt="2019-10-09T12:05:03.717" v="2783" actId="115"/>
        <pc:sldMkLst>
          <pc:docMk/>
          <pc:sldMk cId="2910249278" sldId="270"/>
        </pc:sldMkLst>
      </pc:sldChg>
      <pc:sldChg chg="addSp delSp modSp add">
        <pc:chgData name="Sam O'Neill" userId="cb323814-a42a-4cfe-bc74-03f595e56f6e" providerId="ADAL" clId="{87359F41-B285-4FAA-9A5E-3C42A89AC9C1}" dt="2019-10-09T12:11:30.369" v="3121" actId="115"/>
        <pc:sldMkLst>
          <pc:docMk/>
          <pc:sldMk cId="544812879" sldId="271"/>
        </pc:sldMkLst>
      </pc:sldChg>
      <pc:sldChg chg="addSp delSp modSp add modTransition">
        <pc:chgData name="Sam O'Neill" userId="cb323814-a42a-4cfe-bc74-03f595e56f6e" providerId="ADAL" clId="{87359F41-B285-4FAA-9A5E-3C42A89AC9C1}" dt="2019-10-10T11:50:53.792" v="3197"/>
        <pc:sldMkLst>
          <pc:docMk/>
          <pc:sldMk cId="2185440981" sldId="286"/>
        </pc:sldMkLst>
      </pc:sldChg>
      <pc:sldMasterChg chg="addSp modSp">
        <pc:chgData name="Sam O'Neill" userId="cb323814-a42a-4cfe-bc74-03f595e56f6e" providerId="ADAL" clId="{87359F41-B285-4FAA-9A5E-3C42A89AC9C1}" dt="2019-10-09T12:50:04.415" v="3152"/>
        <pc:sldMasterMkLst>
          <pc:docMk/>
          <pc:sldMasterMk cId="3231878557" sldId="2147483648"/>
        </pc:sldMasterMkLst>
      </pc:sldMasterChg>
    </pc:docChg>
  </pc:docChgLst>
  <pc:docChgLst>
    <pc:chgData name="Sam O'Neill" userId="cb323814-a42a-4cfe-bc74-03f595e56f6e" providerId="ADAL" clId="{F7309A3D-A45F-4CDB-972C-EDF733A90B04}"/>
    <pc:docChg chg="modSld">
      <pc:chgData name="Sam O'Neill" userId="cb323814-a42a-4cfe-bc74-03f595e56f6e" providerId="ADAL" clId="{F7309A3D-A45F-4CDB-972C-EDF733A90B04}" dt="2020-02-13T17:08:34.028" v="57"/>
      <pc:docMkLst>
        <pc:docMk/>
      </pc:docMkLst>
      <pc:sldChg chg="modSp mod">
        <pc:chgData name="Sam O'Neill" userId="cb323814-a42a-4cfe-bc74-03f595e56f6e" providerId="ADAL" clId="{F7309A3D-A45F-4CDB-972C-EDF733A90B04}" dt="2020-02-13T17:06:29.843" v="14" actId="12"/>
        <pc:sldMkLst>
          <pc:docMk/>
          <pc:sldMk cId="982664530" sldId="325"/>
        </pc:sldMkLst>
      </pc:sldChg>
      <pc:sldChg chg="modSp">
        <pc:chgData name="Sam O'Neill" userId="cb323814-a42a-4cfe-bc74-03f595e56f6e" providerId="ADAL" clId="{F7309A3D-A45F-4CDB-972C-EDF733A90B04}" dt="2020-02-13T17:08:34.028" v="57"/>
        <pc:sldMkLst>
          <pc:docMk/>
          <pc:sldMk cId="2369782033" sldId="348"/>
        </pc:sldMkLst>
      </pc:sldChg>
      <pc:sldChg chg="modSp">
        <pc:chgData name="Sam O'Neill" userId="cb323814-a42a-4cfe-bc74-03f595e56f6e" providerId="ADAL" clId="{F7309A3D-A45F-4CDB-972C-EDF733A90B04}" dt="2020-02-13T13:40:45.137" v="10" actId="113"/>
        <pc:sldMkLst>
          <pc:docMk/>
          <pc:sldMk cId="1141663153" sldId="361"/>
        </pc:sldMkLst>
      </pc:sldChg>
    </pc:docChg>
  </pc:docChgLst>
  <pc:docChgLst>
    <pc:chgData name="Sam O’Neil" userId="cb323814-a42a-4cfe-bc74-03f595e56f6e" providerId="ADAL" clId="{086B7B99-3F00-4947-9FA4-8B3B45264306}"/>
    <pc:docChg chg="custSel addSld delSld modSld">
      <pc:chgData name="Sam O’Neil" userId="cb323814-a42a-4cfe-bc74-03f595e56f6e" providerId="ADAL" clId="{086B7B99-3F00-4947-9FA4-8B3B45264306}" dt="2019-10-24T18:05:09.381" v="803"/>
      <pc:docMkLst>
        <pc:docMk/>
      </pc:docMkLst>
      <pc:sldChg chg="modSp">
        <pc:chgData name="Sam O’Neil" userId="cb323814-a42a-4cfe-bc74-03f595e56f6e" providerId="ADAL" clId="{086B7B99-3F00-4947-9FA4-8B3B45264306}" dt="2019-10-24T09:13:02.029" v="801" actId="20577"/>
        <pc:sldMkLst>
          <pc:docMk/>
          <pc:sldMk cId="1032488404" sldId="267"/>
        </pc:sldMkLst>
      </pc:sldChg>
      <pc:sldChg chg="modSp">
        <pc:chgData name="Sam O’Neil" userId="cb323814-a42a-4cfe-bc74-03f595e56f6e" providerId="ADAL" clId="{086B7B99-3F00-4947-9FA4-8B3B45264306}" dt="2019-10-24T08:42:39.229" v="749" actId="20577"/>
        <pc:sldMkLst>
          <pc:docMk/>
          <pc:sldMk cId="1412778880" sldId="269"/>
        </pc:sldMkLst>
      </pc:sldChg>
      <pc:sldChg chg="modSp">
        <pc:chgData name="Sam O’Neil" userId="cb323814-a42a-4cfe-bc74-03f595e56f6e" providerId="ADAL" clId="{086B7B99-3F00-4947-9FA4-8B3B45264306}" dt="2019-10-24T18:05:09.381" v="803"/>
        <pc:sldMkLst>
          <pc:docMk/>
          <pc:sldMk cId="2305522028" sldId="298"/>
        </pc:sldMkLst>
      </pc:sldChg>
      <pc:sldChg chg="add del">
        <pc:chgData name="Sam O’Neil" userId="cb323814-a42a-4cfe-bc74-03f595e56f6e" providerId="ADAL" clId="{086B7B99-3F00-4947-9FA4-8B3B45264306}" dt="2019-10-23T19:17:54.348" v="1"/>
        <pc:sldMkLst>
          <pc:docMk/>
          <pc:sldMk cId="811724322" sldId="299"/>
        </pc:sldMkLst>
      </pc:sldChg>
      <pc:sldChg chg="modSp add">
        <pc:chgData name="Sam O’Neil" userId="cb323814-a42a-4cfe-bc74-03f595e56f6e" providerId="ADAL" clId="{086B7B99-3F00-4947-9FA4-8B3B45264306}" dt="2019-10-24T08:41:22.156" v="616" actId="20577"/>
        <pc:sldMkLst>
          <pc:docMk/>
          <pc:sldMk cId="1859362518" sldId="299"/>
        </pc:sldMkLst>
      </pc:sldChg>
    </pc:docChg>
  </pc:docChgLst>
  <pc:docChgLst>
    <pc:chgData name="Sam O'Neill" userId="cb323814-a42a-4cfe-bc74-03f595e56f6e" providerId="ADAL" clId="{E8EC9894-E62E-4A7D-BAFD-595FA76B0362}"/>
    <pc:docChg chg="undo redo custSel addSld delSld modSld modMainMaster">
      <pc:chgData name="Sam O'Neill" userId="cb323814-a42a-4cfe-bc74-03f595e56f6e" providerId="ADAL" clId="{E8EC9894-E62E-4A7D-BAFD-595FA76B0362}" dt="2019-11-08T15:23:31.324" v="1517" actId="20577"/>
      <pc:docMkLst>
        <pc:docMk/>
      </pc:docMkLst>
      <pc:sldChg chg="add">
        <pc:chgData name="Sam O'Neill" userId="cb323814-a42a-4cfe-bc74-03f595e56f6e" providerId="ADAL" clId="{E8EC9894-E62E-4A7D-BAFD-595FA76B0362}" dt="2019-11-07T12:26:03.871" v="1382"/>
        <pc:sldMkLst>
          <pc:docMk/>
          <pc:sldMk cId="3733589376" sldId="258"/>
        </pc:sldMkLst>
      </pc:sldChg>
      <pc:sldChg chg="addSp delSp modSp add delAnim modAnim">
        <pc:chgData name="Sam O'Neill" userId="cb323814-a42a-4cfe-bc74-03f595e56f6e" providerId="ADAL" clId="{E8EC9894-E62E-4A7D-BAFD-595FA76B0362}" dt="2019-11-07T12:07:28.520" v="1315"/>
        <pc:sldMkLst>
          <pc:docMk/>
          <pc:sldMk cId="674261045" sldId="274"/>
        </pc:sldMkLst>
      </pc:sldChg>
      <pc:sldChg chg="modAnim">
        <pc:chgData name="Sam O'Neill" userId="cb323814-a42a-4cfe-bc74-03f595e56f6e" providerId="ADAL" clId="{E8EC9894-E62E-4A7D-BAFD-595FA76B0362}" dt="2019-11-07T12:08:29.144" v="1334"/>
        <pc:sldMkLst>
          <pc:docMk/>
          <pc:sldMk cId="1245560113" sldId="293"/>
        </pc:sldMkLst>
      </pc:sldChg>
      <pc:sldChg chg="modAnim">
        <pc:chgData name="Sam O'Neill" userId="cb323814-a42a-4cfe-bc74-03f595e56f6e" providerId="ADAL" clId="{E8EC9894-E62E-4A7D-BAFD-595FA76B0362}" dt="2019-11-07T12:09:27.107" v="1339"/>
        <pc:sldMkLst>
          <pc:docMk/>
          <pc:sldMk cId="1411796785" sldId="296"/>
        </pc:sldMkLst>
      </pc:sldChg>
      <pc:sldChg chg="modSp modAnim">
        <pc:chgData name="Sam O'Neill" userId="cb323814-a42a-4cfe-bc74-03f595e56f6e" providerId="ADAL" clId="{E8EC9894-E62E-4A7D-BAFD-595FA76B0362}" dt="2019-11-07T12:09:35.366" v="1340" actId="20577"/>
        <pc:sldMkLst>
          <pc:docMk/>
          <pc:sldMk cId="188975121" sldId="297"/>
        </pc:sldMkLst>
      </pc:sldChg>
      <pc:sldChg chg="modAnim">
        <pc:chgData name="Sam O'Neill" userId="cb323814-a42a-4cfe-bc74-03f595e56f6e" providerId="ADAL" clId="{E8EC9894-E62E-4A7D-BAFD-595FA76B0362}" dt="2019-11-07T12:09:49.073" v="1342"/>
        <pc:sldMkLst>
          <pc:docMk/>
          <pc:sldMk cId="3026139076" sldId="298"/>
        </pc:sldMkLst>
      </pc:sldChg>
      <pc:sldChg chg="modAnim">
        <pc:chgData name="Sam O'Neill" userId="cb323814-a42a-4cfe-bc74-03f595e56f6e" providerId="ADAL" clId="{E8EC9894-E62E-4A7D-BAFD-595FA76B0362}" dt="2019-11-07T12:09:55.297" v="1344"/>
        <pc:sldMkLst>
          <pc:docMk/>
          <pc:sldMk cId="230864193" sldId="299"/>
        </pc:sldMkLst>
      </pc:sldChg>
      <pc:sldChg chg="modAnim">
        <pc:chgData name="Sam O'Neill" userId="cb323814-a42a-4cfe-bc74-03f595e56f6e" providerId="ADAL" clId="{E8EC9894-E62E-4A7D-BAFD-595FA76B0362}" dt="2019-11-07T12:10:17.641" v="1348"/>
        <pc:sldMkLst>
          <pc:docMk/>
          <pc:sldMk cId="4135857540" sldId="300"/>
        </pc:sldMkLst>
      </pc:sldChg>
      <pc:sldChg chg="modAnim">
        <pc:chgData name="Sam O'Neill" userId="cb323814-a42a-4cfe-bc74-03f595e56f6e" providerId="ADAL" clId="{E8EC9894-E62E-4A7D-BAFD-595FA76B0362}" dt="2019-11-07T12:10:11.857" v="1346"/>
        <pc:sldMkLst>
          <pc:docMk/>
          <pc:sldMk cId="2314626422" sldId="301"/>
        </pc:sldMkLst>
      </pc:sldChg>
      <pc:sldChg chg="modSp modAnim">
        <pc:chgData name="Sam O'Neill" userId="cb323814-a42a-4cfe-bc74-03f595e56f6e" providerId="ADAL" clId="{E8EC9894-E62E-4A7D-BAFD-595FA76B0362}" dt="2019-11-07T12:29:15.403" v="1469"/>
        <pc:sldMkLst>
          <pc:docMk/>
          <pc:sldMk cId="2996085282" sldId="302"/>
        </pc:sldMkLst>
      </pc:sldChg>
      <pc:sldChg chg="addSp modSp modAnim">
        <pc:chgData name="Sam O'Neill" userId="cb323814-a42a-4cfe-bc74-03f595e56f6e" providerId="ADAL" clId="{E8EC9894-E62E-4A7D-BAFD-595FA76B0362}" dt="2019-11-07T12:11:14.060" v="1357"/>
        <pc:sldMkLst>
          <pc:docMk/>
          <pc:sldMk cId="407957214" sldId="306"/>
        </pc:sldMkLst>
      </pc:sldChg>
      <pc:sldChg chg="addSp delSp">
        <pc:chgData name="Sam O'Neill" userId="cb323814-a42a-4cfe-bc74-03f595e56f6e" providerId="ADAL" clId="{E8EC9894-E62E-4A7D-BAFD-595FA76B0362}" dt="2019-11-07T11:10:28.090" v="334"/>
        <pc:sldMkLst>
          <pc:docMk/>
          <pc:sldMk cId="1869720662" sldId="307"/>
        </pc:sldMkLst>
      </pc:sldChg>
      <pc:sldChg chg="addSp delSp modSp add delAnim modAnim">
        <pc:chgData name="Sam O'Neill" userId="cb323814-a42a-4cfe-bc74-03f595e56f6e" providerId="ADAL" clId="{E8EC9894-E62E-4A7D-BAFD-595FA76B0362}" dt="2019-11-07T12:11:30.231" v="1369"/>
        <pc:sldMkLst>
          <pc:docMk/>
          <pc:sldMk cId="3578117176" sldId="308"/>
        </pc:sldMkLst>
      </pc:sldChg>
      <pc:sldChg chg="modSp add modAnim">
        <pc:chgData name="Sam O'Neill" userId="cb323814-a42a-4cfe-bc74-03f595e56f6e" providerId="ADAL" clId="{E8EC9894-E62E-4A7D-BAFD-595FA76B0362}" dt="2019-11-07T12:11:44.349" v="1373"/>
        <pc:sldMkLst>
          <pc:docMk/>
          <pc:sldMk cId="3511928732" sldId="309"/>
        </pc:sldMkLst>
      </pc:sldChg>
      <pc:sldChg chg="addSp delSp modSp add delAnim modAnim">
        <pc:chgData name="Sam O'Neill" userId="cb323814-a42a-4cfe-bc74-03f595e56f6e" providerId="ADAL" clId="{E8EC9894-E62E-4A7D-BAFD-595FA76B0362}" dt="2019-11-07T12:28:56.917" v="1462"/>
        <pc:sldMkLst>
          <pc:docMk/>
          <pc:sldMk cId="1582779011" sldId="310"/>
        </pc:sldMkLst>
      </pc:sldChg>
      <pc:sldChg chg="add del">
        <pc:chgData name="Sam O'Neill" userId="cb323814-a42a-4cfe-bc74-03f595e56f6e" providerId="ADAL" clId="{E8EC9894-E62E-4A7D-BAFD-595FA76B0362}" dt="2019-11-07T11:28:33.228" v="389"/>
        <pc:sldMkLst>
          <pc:docMk/>
          <pc:sldMk cId="2463629954" sldId="311"/>
        </pc:sldMkLst>
      </pc:sldChg>
      <pc:sldChg chg="addSp delSp modSp add modAnim">
        <pc:chgData name="Sam O'Neill" userId="cb323814-a42a-4cfe-bc74-03f595e56f6e" providerId="ADAL" clId="{E8EC9894-E62E-4A7D-BAFD-595FA76B0362}" dt="2019-11-07T12:28:43.836" v="1458"/>
        <pc:sldMkLst>
          <pc:docMk/>
          <pc:sldMk cId="4139777861" sldId="311"/>
        </pc:sldMkLst>
      </pc:sldChg>
      <pc:sldChg chg="modSp add">
        <pc:chgData name="Sam O'Neill" userId="cb323814-a42a-4cfe-bc74-03f595e56f6e" providerId="ADAL" clId="{E8EC9894-E62E-4A7D-BAFD-595FA76B0362}" dt="2019-11-07T11:41:59.790" v="440" actId="20577"/>
        <pc:sldMkLst>
          <pc:docMk/>
          <pc:sldMk cId="725933525" sldId="312"/>
        </pc:sldMkLst>
      </pc:sldChg>
      <pc:sldChg chg="delSp modSp add modAnim">
        <pc:chgData name="Sam O'Neill" userId="cb323814-a42a-4cfe-bc74-03f595e56f6e" providerId="ADAL" clId="{E8EC9894-E62E-4A7D-BAFD-595FA76B0362}" dt="2019-11-07T12:08:10.625" v="1329"/>
        <pc:sldMkLst>
          <pc:docMk/>
          <pc:sldMk cId="1881652749" sldId="313"/>
        </pc:sldMkLst>
      </pc:sldChg>
      <pc:sldChg chg="add del">
        <pc:chgData name="Sam O'Neill" userId="cb323814-a42a-4cfe-bc74-03f595e56f6e" providerId="ADAL" clId="{E8EC9894-E62E-4A7D-BAFD-595FA76B0362}" dt="2019-11-07T11:57:32.216" v="1041" actId="2696"/>
        <pc:sldMkLst>
          <pc:docMk/>
          <pc:sldMk cId="2630300137" sldId="314"/>
        </pc:sldMkLst>
      </pc:sldChg>
      <pc:sldChg chg="add">
        <pc:chgData name="Sam O'Neill" userId="cb323814-a42a-4cfe-bc74-03f595e56f6e" providerId="ADAL" clId="{E8EC9894-E62E-4A7D-BAFD-595FA76B0362}" dt="2019-11-07T11:57:22.895" v="1040"/>
        <pc:sldMkLst>
          <pc:docMk/>
          <pc:sldMk cId="700290561" sldId="315"/>
        </pc:sldMkLst>
      </pc:sldChg>
      <pc:sldChg chg="addSp delSp modSp add delAnim modAnim">
        <pc:chgData name="Sam O'Neill" userId="cb323814-a42a-4cfe-bc74-03f595e56f6e" providerId="ADAL" clId="{E8EC9894-E62E-4A7D-BAFD-595FA76B0362}" dt="2019-11-07T12:07:38.904" v="1319"/>
        <pc:sldMkLst>
          <pc:docMk/>
          <pc:sldMk cId="4064605988" sldId="316"/>
        </pc:sldMkLst>
      </pc:sldChg>
      <pc:sldChg chg="addSp delSp modSp add modAnim">
        <pc:chgData name="Sam O'Neill" userId="cb323814-a42a-4cfe-bc74-03f595e56f6e" providerId="ADAL" clId="{E8EC9894-E62E-4A7D-BAFD-595FA76B0362}" dt="2019-11-08T15:23:31.324" v="1517" actId="20577"/>
        <pc:sldMkLst>
          <pc:docMk/>
          <pc:sldMk cId="2071165366" sldId="317"/>
        </pc:sldMkLst>
      </pc:sldChg>
      <pc:sldChg chg="modSp add">
        <pc:chgData name="Sam O'Neill" userId="cb323814-a42a-4cfe-bc74-03f595e56f6e" providerId="ADAL" clId="{E8EC9894-E62E-4A7D-BAFD-595FA76B0362}" dt="2019-11-07T12:26:11.930" v="1399" actId="20577"/>
        <pc:sldMkLst>
          <pc:docMk/>
          <pc:sldMk cId="2747885837" sldId="318"/>
        </pc:sldMkLst>
      </pc:sldChg>
      <pc:sldChg chg="addSp modSp add modAnim">
        <pc:chgData name="Sam O'Neill" userId="cb323814-a42a-4cfe-bc74-03f595e56f6e" providerId="ADAL" clId="{E8EC9894-E62E-4A7D-BAFD-595FA76B0362}" dt="2019-11-07T12:28:02.903" v="1423"/>
        <pc:sldMkLst>
          <pc:docMk/>
          <pc:sldMk cId="4013387706" sldId="319"/>
        </pc:sldMkLst>
      </pc:sldChg>
      <pc:sldMasterChg chg="modSp">
        <pc:chgData name="Sam O'Neill" userId="cb323814-a42a-4cfe-bc74-03f595e56f6e" providerId="ADAL" clId="{E8EC9894-E62E-4A7D-BAFD-595FA76B0362}" dt="2019-11-07T12:28:12.447" v="1453"/>
        <pc:sldMasterMkLst>
          <pc:docMk/>
          <pc:sldMasterMk cId="3231878557" sldId="2147483648"/>
        </pc:sldMasterMkLst>
      </pc:sldMasterChg>
    </pc:docChg>
  </pc:docChgLst>
  <pc:docChgLst>
    <pc:chgData name="Sam O'Neill" userId="cb323814-a42a-4cfe-bc74-03f595e56f6e" providerId="ADAL" clId="{9DAD57B1-2AFF-49C5-8A8F-5BA01873EAAA}"/>
    <pc:docChg chg="custSel addSld delSld modSld">
      <pc:chgData name="Sam O'Neill" userId="cb323814-a42a-4cfe-bc74-03f595e56f6e" providerId="ADAL" clId="{9DAD57B1-2AFF-49C5-8A8F-5BA01873EAAA}" dt="2019-10-17T10:30:33.873" v="4005" actId="20577"/>
      <pc:docMkLst>
        <pc:docMk/>
      </pc:docMkLst>
      <pc:sldChg chg="modSp">
        <pc:chgData name="Sam O'Neill" userId="cb323814-a42a-4cfe-bc74-03f595e56f6e" providerId="ADAL" clId="{9DAD57B1-2AFF-49C5-8A8F-5BA01873EAAA}" dt="2019-10-15T15:52:51.676" v="3" actId="20577"/>
        <pc:sldMkLst>
          <pc:docMk/>
          <pc:sldMk cId="110775907" sldId="256"/>
        </pc:sldMkLst>
      </pc:sldChg>
      <pc:sldChg chg="modSp">
        <pc:chgData name="Sam O'Neill" userId="cb323814-a42a-4cfe-bc74-03f595e56f6e" providerId="ADAL" clId="{9DAD57B1-2AFF-49C5-8A8F-5BA01873EAAA}" dt="2019-10-17T10:30:33.873" v="4005" actId="20577"/>
        <pc:sldMkLst>
          <pc:docMk/>
          <pc:sldMk cId="2464477114" sldId="257"/>
        </pc:sldMkLst>
      </pc:sldChg>
      <pc:sldChg chg="del">
        <pc:chgData name="Sam O'Neill" userId="cb323814-a42a-4cfe-bc74-03f595e56f6e" providerId="ADAL" clId="{9DAD57B1-2AFF-49C5-8A8F-5BA01873EAAA}" dt="2019-10-15T15:55:29.987" v="248" actId="2696"/>
        <pc:sldMkLst>
          <pc:docMk/>
          <pc:sldMk cId="737113903" sldId="258"/>
        </pc:sldMkLst>
      </pc:sldChg>
      <pc:sldChg chg="del">
        <pc:chgData name="Sam O'Neill" userId="cb323814-a42a-4cfe-bc74-03f595e56f6e" providerId="ADAL" clId="{9DAD57B1-2AFF-49C5-8A8F-5BA01873EAAA}" dt="2019-10-15T15:55:30.100" v="249" actId="2696"/>
        <pc:sldMkLst>
          <pc:docMk/>
          <pc:sldMk cId="3710664848" sldId="260"/>
        </pc:sldMkLst>
      </pc:sldChg>
      <pc:sldChg chg="del">
        <pc:chgData name="Sam O'Neill" userId="cb323814-a42a-4cfe-bc74-03f595e56f6e" providerId="ADAL" clId="{9DAD57B1-2AFF-49C5-8A8F-5BA01873EAAA}" dt="2019-10-15T15:55:30.135" v="250" actId="2696"/>
        <pc:sldMkLst>
          <pc:docMk/>
          <pc:sldMk cId="1402902768" sldId="262"/>
        </pc:sldMkLst>
      </pc:sldChg>
      <pc:sldChg chg="modSp add modTransition modAnim">
        <pc:chgData name="Sam O'Neill" userId="cb323814-a42a-4cfe-bc74-03f595e56f6e" providerId="ADAL" clId="{9DAD57B1-2AFF-49C5-8A8F-5BA01873EAAA}" dt="2019-10-17T09:45:37.524" v="3655" actId="20577"/>
        <pc:sldMkLst>
          <pc:docMk/>
          <pc:sldMk cId="3960105888" sldId="262"/>
        </pc:sldMkLst>
      </pc:sldChg>
      <pc:sldChg chg="addSp modSp add">
        <pc:chgData name="Sam O'Neill" userId="cb323814-a42a-4cfe-bc74-03f595e56f6e" providerId="ADAL" clId="{9DAD57B1-2AFF-49C5-8A8F-5BA01873EAAA}" dt="2019-10-17T09:46:10.473" v="3661" actId="20577"/>
        <pc:sldMkLst>
          <pc:docMk/>
          <pc:sldMk cId="51033217" sldId="263"/>
        </pc:sldMkLst>
      </pc:sldChg>
      <pc:sldChg chg="del">
        <pc:chgData name="Sam O'Neill" userId="cb323814-a42a-4cfe-bc74-03f595e56f6e" providerId="ADAL" clId="{9DAD57B1-2AFF-49C5-8A8F-5BA01873EAAA}" dt="2019-10-15T15:55:30.235" v="251" actId="2696"/>
        <pc:sldMkLst>
          <pc:docMk/>
          <pc:sldMk cId="2064211643" sldId="263"/>
        </pc:sldMkLst>
      </pc:sldChg>
      <pc:sldChg chg="del">
        <pc:chgData name="Sam O'Neill" userId="cb323814-a42a-4cfe-bc74-03f595e56f6e" providerId="ADAL" clId="{9DAD57B1-2AFF-49C5-8A8F-5BA01873EAAA}" dt="2019-10-15T15:55:30.623" v="254" actId="2696"/>
        <pc:sldMkLst>
          <pc:docMk/>
          <pc:sldMk cId="2026425645" sldId="264"/>
        </pc:sldMkLst>
      </pc:sldChg>
      <pc:sldChg chg="addSp delSp modSp add">
        <pc:chgData name="Sam O'Neill" userId="cb323814-a42a-4cfe-bc74-03f595e56f6e" providerId="ADAL" clId="{9DAD57B1-2AFF-49C5-8A8F-5BA01873EAAA}" dt="2019-10-15T16:14:01.300" v="983" actId="20577"/>
        <pc:sldMkLst>
          <pc:docMk/>
          <pc:sldMk cId="3842128786" sldId="264"/>
        </pc:sldMkLst>
      </pc:sldChg>
      <pc:sldChg chg="addSp delSp modSp add modAnim">
        <pc:chgData name="Sam O'Neill" userId="cb323814-a42a-4cfe-bc74-03f595e56f6e" providerId="ADAL" clId="{9DAD57B1-2AFF-49C5-8A8F-5BA01873EAAA}" dt="2019-10-17T09:47:45.182" v="3698"/>
        <pc:sldMkLst>
          <pc:docMk/>
          <pc:sldMk cId="167284936" sldId="265"/>
        </pc:sldMkLst>
      </pc:sldChg>
      <pc:sldChg chg="del">
        <pc:chgData name="Sam O'Neill" userId="cb323814-a42a-4cfe-bc74-03f595e56f6e" providerId="ADAL" clId="{9DAD57B1-2AFF-49C5-8A8F-5BA01873EAAA}" dt="2019-10-15T15:55:30.384" v="252" actId="2696"/>
        <pc:sldMkLst>
          <pc:docMk/>
          <pc:sldMk cId="2645702153" sldId="265"/>
        </pc:sldMkLst>
      </pc:sldChg>
      <pc:sldChg chg="del">
        <pc:chgData name="Sam O'Neill" userId="cb323814-a42a-4cfe-bc74-03f595e56f6e" providerId="ADAL" clId="{9DAD57B1-2AFF-49C5-8A8F-5BA01873EAAA}" dt="2019-10-15T15:55:30.539" v="253" actId="2696"/>
        <pc:sldMkLst>
          <pc:docMk/>
          <pc:sldMk cId="3317125378" sldId="266"/>
        </pc:sldMkLst>
      </pc:sldChg>
      <pc:sldChg chg="addSp delSp modSp add modAnim">
        <pc:chgData name="Sam O'Neill" userId="cb323814-a42a-4cfe-bc74-03f595e56f6e" providerId="ADAL" clId="{9DAD57B1-2AFF-49C5-8A8F-5BA01873EAAA}" dt="2019-10-17T09:48:21.442" v="3704"/>
        <pc:sldMkLst>
          <pc:docMk/>
          <pc:sldMk cId="3556650311" sldId="266"/>
        </pc:sldMkLst>
      </pc:sldChg>
      <pc:sldChg chg="del">
        <pc:chgData name="Sam O'Neill" userId="cb323814-a42a-4cfe-bc74-03f595e56f6e" providerId="ADAL" clId="{9DAD57B1-2AFF-49C5-8A8F-5BA01873EAAA}" dt="2019-10-15T15:55:30.639" v="255" actId="2696"/>
        <pc:sldMkLst>
          <pc:docMk/>
          <pc:sldMk cId="474528059" sldId="267"/>
        </pc:sldMkLst>
      </pc:sldChg>
      <pc:sldChg chg="del">
        <pc:chgData name="Sam O'Neill" userId="cb323814-a42a-4cfe-bc74-03f595e56f6e" providerId="ADAL" clId="{9DAD57B1-2AFF-49C5-8A8F-5BA01873EAAA}" dt="2019-10-15T15:55:30.762" v="256" actId="2696"/>
        <pc:sldMkLst>
          <pc:docMk/>
          <pc:sldMk cId="113855319" sldId="268"/>
        </pc:sldMkLst>
      </pc:sldChg>
      <pc:sldChg chg="del">
        <pc:chgData name="Sam O'Neill" userId="cb323814-a42a-4cfe-bc74-03f595e56f6e" providerId="ADAL" clId="{9DAD57B1-2AFF-49C5-8A8F-5BA01873EAAA}" dt="2019-10-15T15:55:30.883" v="257" actId="2696"/>
        <pc:sldMkLst>
          <pc:docMk/>
          <pc:sldMk cId="3403934085" sldId="269"/>
        </pc:sldMkLst>
      </pc:sldChg>
      <pc:sldChg chg="del">
        <pc:chgData name="Sam O'Neill" userId="cb323814-a42a-4cfe-bc74-03f595e56f6e" providerId="ADAL" clId="{9DAD57B1-2AFF-49C5-8A8F-5BA01873EAAA}" dt="2019-10-15T15:55:31.415" v="262" actId="2696"/>
        <pc:sldMkLst>
          <pc:docMk/>
          <pc:sldMk cId="2910249278" sldId="270"/>
        </pc:sldMkLst>
      </pc:sldChg>
      <pc:sldChg chg="del">
        <pc:chgData name="Sam O'Neill" userId="cb323814-a42a-4cfe-bc74-03f595e56f6e" providerId="ADAL" clId="{9DAD57B1-2AFF-49C5-8A8F-5BA01873EAAA}" dt="2019-10-15T15:55:31.303" v="261" actId="2696"/>
        <pc:sldMkLst>
          <pc:docMk/>
          <pc:sldMk cId="544812879" sldId="271"/>
        </pc:sldMkLst>
      </pc:sldChg>
      <pc:sldChg chg="del">
        <pc:chgData name="Sam O'Neill" userId="cb323814-a42a-4cfe-bc74-03f595e56f6e" providerId="ADAL" clId="{9DAD57B1-2AFF-49C5-8A8F-5BA01873EAAA}" dt="2019-10-15T15:55:31.539" v="264" actId="2696"/>
        <pc:sldMkLst>
          <pc:docMk/>
          <pc:sldMk cId="229697247" sldId="272"/>
        </pc:sldMkLst>
      </pc:sldChg>
      <pc:sldChg chg="del">
        <pc:chgData name="Sam O'Neill" userId="cb323814-a42a-4cfe-bc74-03f595e56f6e" providerId="ADAL" clId="{9DAD57B1-2AFF-49C5-8A8F-5BA01873EAAA}" dt="2019-10-15T15:55:31.102" v="259" actId="2696"/>
        <pc:sldMkLst>
          <pc:docMk/>
          <pc:sldMk cId="417769644" sldId="273"/>
        </pc:sldMkLst>
      </pc:sldChg>
      <pc:sldChg chg="modSp del modAnim">
        <pc:chgData name="Sam O'Neill" userId="cb323814-a42a-4cfe-bc74-03f595e56f6e" providerId="ADAL" clId="{9DAD57B1-2AFF-49C5-8A8F-5BA01873EAAA}" dt="2019-10-17T09:39:19.470" v="3474"/>
        <pc:sldMkLst>
          <pc:docMk/>
          <pc:sldMk cId="674261045" sldId="274"/>
        </pc:sldMkLst>
      </pc:sldChg>
      <pc:sldChg chg="del">
        <pc:chgData name="Sam O'Neill" userId="cb323814-a42a-4cfe-bc74-03f595e56f6e" providerId="ADAL" clId="{9DAD57B1-2AFF-49C5-8A8F-5BA01873EAAA}" dt="2019-10-15T15:55:31.203" v="260" actId="2696"/>
        <pc:sldMkLst>
          <pc:docMk/>
          <pc:sldMk cId="4216722578" sldId="275"/>
        </pc:sldMkLst>
      </pc:sldChg>
      <pc:sldChg chg="del">
        <pc:chgData name="Sam O'Neill" userId="cb323814-a42a-4cfe-bc74-03f595e56f6e" providerId="ADAL" clId="{9DAD57B1-2AFF-49C5-8A8F-5BA01873EAAA}" dt="2019-10-15T15:55:31.519" v="263" actId="2696"/>
        <pc:sldMkLst>
          <pc:docMk/>
          <pc:sldMk cId="1843170296" sldId="276"/>
        </pc:sldMkLst>
      </pc:sldChg>
      <pc:sldChg chg="del">
        <pc:chgData name="Sam O'Neill" userId="cb323814-a42a-4cfe-bc74-03f595e56f6e" providerId="ADAL" clId="{9DAD57B1-2AFF-49C5-8A8F-5BA01873EAAA}" dt="2019-10-15T15:55:31.690" v="265" actId="2696"/>
        <pc:sldMkLst>
          <pc:docMk/>
          <pc:sldMk cId="163967576" sldId="278"/>
        </pc:sldMkLst>
      </pc:sldChg>
      <pc:sldChg chg="add del">
        <pc:chgData name="Sam O'Neill" userId="cb323814-a42a-4cfe-bc74-03f595e56f6e" providerId="ADAL" clId="{9DAD57B1-2AFF-49C5-8A8F-5BA01873EAAA}" dt="2019-10-15T16:29:52.018" v="1426"/>
        <pc:sldMkLst>
          <pc:docMk/>
          <pc:sldMk cId="4287816193" sldId="279"/>
        </pc:sldMkLst>
      </pc:sldChg>
      <pc:sldChg chg="del">
        <pc:chgData name="Sam O'Neill" userId="cb323814-a42a-4cfe-bc74-03f595e56f6e" providerId="ADAL" clId="{9DAD57B1-2AFF-49C5-8A8F-5BA01873EAAA}" dt="2019-10-15T15:55:32.173" v="267" actId="2696"/>
        <pc:sldMkLst>
          <pc:docMk/>
          <pc:sldMk cId="2101226290" sldId="280"/>
        </pc:sldMkLst>
      </pc:sldChg>
      <pc:sldChg chg="add del">
        <pc:chgData name="Sam O'Neill" userId="cb323814-a42a-4cfe-bc74-03f595e56f6e" providerId="ADAL" clId="{9DAD57B1-2AFF-49C5-8A8F-5BA01873EAAA}" dt="2019-10-15T16:29:33.496" v="1425"/>
        <pc:sldMkLst>
          <pc:docMk/>
          <pc:sldMk cId="2837434748" sldId="281"/>
        </pc:sldMkLst>
      </pc:sldChg>
      <pc:sldChg chg="modSp modAnim">
        <pc:chgData name="Sam O'Neill" userId="cb323814-a42a-4cfe-bc74-03f595e56f6e" providerId="ADAL" clId="{9DAD57B1-2AFF-49C5-8A8F-5BA01873EAAA}" dt="2019-10-17T09:40:22.398" v="3486"/>
        <pc:sldMkLst>
          <pc:docMk/>
          <pc:sldMk cId="643845886" sldId="282"/>
        </pc:sldMkLst>
      </pc:sldChg>
      <pc:sldChg chg="del">
        <pc:chgData name="Sam O'Neill" userId="cb323814-a42a-4cfe-bc74-03f595e56f6e" providerId="ADAL" clId="{9DAD57B1-2AFF-49C5-8A8F-5BA01873EAAA}" dt="2019-10-15T15:55:32.375" v="268" actId="2696"/>
        <pc:sldMkLst>
          <pc:docMk/>
          <pc:sldMk cId="2162126279" sldId="282"/>
        </pc:sldMkLst>
      </pc:sldChg>
      <pc:sldChg chg="addSp delSp modSp add delAnim">
        <pc:chgData name="Sam O'Neill" userId="cb323814-a42a-4cfe-bc74-03f595e56f6e" providerId="ADAL" clId="{9DAD57B1-2AFF-49C5-8A8F-5BA01873EAAA}" dt="2019-10-15T16:38:15.209" v="1498" actId="478"/>
        <pc:sldMkLst>
          <pc:docMk/>
          <pc:sldMk cId="4041463408" sldId="282"/>
        </pc:sldMkLst>
      </pc:sldChg>
      <pc:sldChg chg="del">
        <pc:chgData name="Sam O'Neill" userId="cb323814-a42a-4cfe-bc74-03f595e56f6e" providerId="ADAL" clId="{9DAD57B1-2AFF-49C5-8A8F-5BA01873EAAA}" dt="2019-10-15T15:55:32.483" v="269" actId="2696"/>
        <pc:sldMkLst>
          <pc:docMk/>
          <pc:sldMk cId="949664406" sldId="283"/>
        </pc:sldMkLst>
      </pc:sldChg>
      <pc:sldChg chg="addSp delSp modSp modAnim">
        <pc:chgData name="Sam O'Neill" userId="cb323814-a42a-4cfe-bc74-03f595e56f6e" providerId="ADAL" clId="{9DAD57B1-2AFF-49C5-8A8F-5BA01873EAAA}" dt="2019-10-17T09:46:40.864" v="3665"/>
        <pc:sldMkLst>
          <pc:docMk/>
          <pc:sldMk cId="1096814727" sldId="283"/>
        </pc:sldMkLst>
      </pc:sldChg>
      <pc:sldChg chg="addSp delSp modSp add delAnim">
        <pc:chgData name="Sam O'Neill" userId="cb323814-a42a-4cfe-bc74-03f595e56f6e" providerId="ADAL" clId="{9DAD57B1-2AFF-49C5-8A8F-5BA01873EAAA}" dt="2019-10-15T16:39:33.816" v="1507" actId="1076"/>
        <pc:sldMkLst>
          <pc:docMk/>
          <pc:sldMk cId="2626648090" sldId="283"/>
        </pc:sldMkLst>
      </pc:sldChg>
      <pc:sldChg chg="modSp add modTransition modAnim">
        <pc:chgData name="Sam O'Neill" userId="cb323814-a42a-4cfe-bc74-03f595e56f6e" providerId="ADAL" clId="{9DAD57B1-2AFF-49C5-8A8F-5BA01873EAAA}" dt="2019-10-17T09:48:40.509" v="3710"/>
        <pc:sldMkLst>
          <pc:docMk/>
          <pc:sldMk cId="293032854" sldId="284"/>
        </pc:sldMkLst>
      </pc:sldChg>
      <pc:sldChg chg="del">
        <pc:chgData name="Sam O'Neill" userId="cb323814-a42a-4cfe-bc74-03f595e56f6e" providerId="ADAL" clId="{9DAD57B1-2AFF-49C5-8A8F-5BA01873EAAA}" dt="2019-10-15T15:55:32.551" v="271" actId="2696"/>
        <pc:sldMkLst>
          <pc:docMk/>
          <pc:sldMk cId="2539416755" sldId="284"/>
        </pc:sldMkLst>
      </pc:sldChg>
      <pc:sldChg chg="del">
        <pc:chgData name="Sam O'Neill" userId="cb323814-a42a-4cfe-bc74-03f595e56f6e" providerId="ADAL" clId="{9DAD57B1-2AFF-49C5-8A8F-5BA01873EAAA}" dt="2019-10-15T15:55:32.570" v="272" actId="2696"/>
        <pc:sldMkLst>
          <pc:docMk/>
          <pc:sldMk cId="188742916" sldId="285"/>
        </pc:sldMkLst>
      </pc:sldChg>
      <pc:sldChg chg="modSp add modTransition">
        <pc:chgData name="Sam O'Neill" userId="cb323814-a42a-4cfe-bc74-03f595e56f6e" providerId="ADAL" clId="{9DAD57B1-2AFF-49C5-8A8F-5BA01873EAAA}" dt="2019-10-17T09:33:57.600" v="3349"/>
        <pc:sldMkLst>
          <pc:docMk/>
          <pc:sldMk cId="2030408796" sldId="285"/>
        </pc:sldMkLst>
      </pc:sldChg>
      <pc:sldChg chg="del">
        <pc:chgData name="Sam O'Neill" userId="cb323814-a42a-4cfe-bc74-03f595e56f6e" providerId="ADAL" clId="{9DAD57B1-2AFF-49C5-8A8F-5BA01873EAAA}" dt="2019-10-15T15:55:29.854" v="247" actId="2696"/>
        <pc:sldMkLst>
          <pc:docMk/>
          <pc:sldMk cId="2185440981" sldId="286"/>
        </pc:sldMkLst>
      </pc:sldChg>
      <pc:sldChg chg="modSp add modAnim">
        <pc:chgData name="Sam O'Neill" userId="cb323814-a42a-4cfe-bc74-03f595e56f6e" providerId="ADAL" clId="{9DAD57B1-2AFF-49C5-8A8F-5BA01873EAAA}" dt="2019-10-17T09:49:51.534" v="3740"/>
        <pc:sldMkLst>
          <pc:docMk/>
          <pc:sldMk cId="3477283215" sldId="286"/>
        </pc:sldMkLst>
      </pc:sldChg>
      <pc:sldChg chg="modSp add modAnim">
        <pc:chgData name="Sam O'Neill" userId="cb323814-a42a-4cfe-bc74-03f595e56f6e" providerId="ADAL" clId="{9DAD57B1-2AFF-49C5-8A8F-5BA01873EAAA}" dt="2019-10-17T10:12:31.008" v="3912"/>
        <pc:sldMkLst>
          <pc:docMk/>
          <pc:sldMk cId="1919647061" sldId="287"/>
        </pc:sldMkLst>
      </pc:sldChg>
      <pc:sldChg chg="addSp delSp modSp add modAnim">
        <pc:chgData name="Sam O'Neill" userId="cb323814-a42a-4cfe-bc74-03f595e56f6e" providerId="ADAL" clId="{9DAD57B1-2AFF-49C5-8A8F-5BA01873EAAA}" dt="2019-10-17T10:29:13.798" v="3925"/>
        <pc:sldMkLst>
          <pc:docMk/>
          <pc:sldMk cId="230708497" sldId="288"/>
        </pc:sldMkLst>
      </pc:sldChg>
      <pc:sldChg chg="modAnim">
        <pc:chgData name="Sam O'Neill" userId="cb323814-a42a-4cfe-bc74-03f595e56f6e" providerId="ADAL" clId="{9DAD57B1-2AFF-49C5-8A8F-5BA01873EAAA}" dt="2019-10-17T09:53:24.925" v="3761"/>
        <pc:sldMkLst>
          <pc:docMk/>
          <pc:sldMk cId="1051920825" sldId="289"/>
        </pc:sldMkLst>
      </pc:sldChg>
      <pc:sldChg chg="modAnim">
        <pc:chgData name="Sam O'Neill" userId="cb323814-a42a-4cfe-bc74-03f595e56f6e" providerId="ADAL" clId="{9DAD57B1-2AFF-49C5-8A8F-5BA01873EAAA}" dt="2019-10-17T09:54:16.789" v="3775"/>
        <pc:sldMkLst>
          <pc:docMk/>
          <pc:sldMk cId="2658666563" sldId="290"/>
        </pc:sldMkLst>
      </pc:sldChg>
      <pc:sldChg chg="addSp delSp modSp delAnim modAnim">
        <pc:chgData name="Sam O'Neill" userId="cb323814-a42a-4cfe-bc74-03f595e56f6e" providerId="ADAL" clId="{9DAD57B1-2AFF-49C5-8A8F-5BA01873EAAA}" dt="2019-10-17T10:29:29.264" v="3928" actId="20577"/>
        <pc:sldMkLst>
          <pc:docMk/>
          <pc:sldMk cId="2933514211" sldId="291"/>
        </pc:sldMkLst>
      </pc:sldChg>
      <pc:sldChg chg="modSp modAnim">
        <pc:chgData name="Sam O'Neill" userId="cb323814-a42a-4cfe-bc74-03f595e56f6e" providerId="ADAL" clId="{9DAD57B1-2AFF-49C5-8A8F-5BA01873EAAA}" dt="2019-10-17T10:29:32.485" v="3930" actId="20577"/>
        <pc:sldMkLst>
          <pc:docMk/>
          <pc:sldMk cId="3558409356" sldId="292"/>
        </pc:sldMkLst>
      </pc:sldChg>
      <pc:sldChg chg="addSp delSp modSp add">
        <pc:chgData name="Sam O'Neill" userId="cb323814-a42a-4cfe-bc74-03f595e56f6e" providerId="ADAL" clId="{9DAD57B1-2AFF-49C5-8A8F-5BA01873EAAA}" dt="2019-10-16T15:00:26.597" v="2974" actId="1076"/>
        <pc:sldMkLst>
          <pc:docMk/>
          <pc:sldMk cId="3909865725" sldId="293"/>
        </pc:sldMkLst>
      </pc:sldChg>
      <pc:sldChg chg="addSp delSp modSp add modAnim">
        <pc:chgData name="Sam O'Neill" userId="cb323814-a42a-4cfe-bc74-03f595e56f6e" providerId="ADAL" clId="{9DAD57B1-2AFF-49C5-8A8F-5BA01873EAAA}" dt="2019-10-17T09:43:15.976" v="3547"/>
        <pc:sldMkLst>
          <pc:docMk/>
          <pc:sldMk cId="3504010382" sldId="294"/>
        </pc:sldMkLst>
      </pc:sldChg>
      <pc:sldChg chg="addSp delSp modSp modAnim">
        <pc:chgData name="Sam O'Neill" userId="cb323814-a42a-4cfe-bc74-03f595e56f6e" providerId="ADAL" clId="{9DAD57B1-2AFF-49C5-8A8F-5BA01873EAAA}" dt="2019-10-17T09:48:31.949" v="3708"/>
        <pc:sldMkLst>
          <pc:docMk/>
          <pc:sldMk cId="918005165" sldId="295"/>
        </pc:sldMkLst>
      </pc:sldChg>
      <pc:sldChg chg="delSp modSp add modAnim">
        <pc:chgData name="Sam O'Neill" userId="cb323814-a42a-4cfe-bc74-03f595e56f6e" providerId="ADAL" clId="{9DAD57B1-2AFF-49C5-8A8F-5BA01873EAAA}" dt="2019-10-17T10:12:48.257" v="3920"/>
        <pc:sldMkLst>
          <pc:docMk/>
          <pc:sldMk cId="970809104" sldId="296"/>
        </pc:sldMkLst>
      </pc:sldChg>
      <pc:sldChg chg="modSp add del">
        <pc:chgData name="Sam O'Neill" userId="cb323814-a42a-4cfe-bc74-03f595e56f6e" providerId="ADAL" clId="{9DAD57B1-2AFF-49C5-8A8F-5BA01873EAAA}" dt="2019-10-17T09:49:48.028" v="3739" actId="2696"/>
        <pc:sldMkLst>
          <pc:docMk/>
          <pc:sldMk cId="2191066078" sldId="297"/>
        </pc:sldMkLst>
      </pc:sldChg>
    </pc:docChg>
  </pc:docChgLst>
  <pc:docChgLst>
    <pc:chgData name="Sam O'Neill" userId="cb323814-a42a-4cfe-bc74-03f595e56f6e" providerId="ADAL" clId="{559C20C6-E908-4A0B-913B-73AA4FB10806}"/>
    <pc:docChg chg="undo redo custSel addSld delSld modSld sldOrd">
      <pc:chgData name="Sam O'Neill" userId="cb323814-a42a-4cfe-bc74-03f595e56f6e" providerId="ADAL" clId="{559C20C6-E908-4A0B-913B-73AA4FB10806}" dt="2020-01-29T17:40:57.929" v="4811" actId="20577"/>
      <pc:docMkLst>
        <pc:docMk/>
      </pc:docMkLst>
      <pc:sldChg chg="modSp">
        <pc:chgData name="Sam O'Neill" userId="cb323814-a42a-4cfe-bc74-03f595e56f6e" providerId="ADAL" clId="{559C20C6-E908-4A0B-913B-73AA4FB10806}" dt="2020-01-28T12:45:16.535" v="19" actId="20577"/>
        <pc:sldMkLst>
          <pc:docMk/>
          <pc:sldMk cId="110775907" sldId="256"/>
        </pc:sldMkLst>
      </pc:sldChg>
      <pc:sldChg chg="modSp">
        <pc:chgData name="Sam O'Neill" userId="cb323814-a42a-4cfe-bc74-03f595e56f6e" providerId="ADAL" clId="{559C20C6-E908-4A0B-913B-73AA4FB10806}" dt="2020-01-29T12:58:24.418" v="559" actId="27636"/>
        <pc:sldMkLst>
          <pc:docMk/>
          <pc:sldMk cId="2464477114" sldId="257"/>
        </pc:sldMkLst>
      </pc:sldChg>
      <pc:sldChg chg="add del">
        <pc:chgData name="Sam O'Neill" userId="cb323814-a42a-4cfe-bc74-03f595e56f6e" providerId="ADAL" clId="{559C20C6-E908-4A0B-913B-73AA4FB10806}" dt="2020-01-28T13:19:16.501" v="333" actId="2696"/>
        <pc:sldMkLst>
          <pc:docMk/>
          <pc:sldMk cId="1484236167" sldId="261"/>
        </pc:sldMkLst>
      </pc:sldChg>
      <pc:sldChg chg="del">
        <pc:chgData name="Sam O'Neill" userId="cb323814-a42a-4cfe-bc74-03f595e56f6e" providerId="ADAL" clId="{559C20C6-E908-4A0B-913B-73AA4FB10806}" dt="2020-01-28T13:19:22.957" v="335" actId="2696"/>
        <pc:sldMkLst>
          <pc:docMk/>
          <pc:sldMk cId="3226419782" sldId="262"/>
        </pc:sldMkLst>
      </pc:sldChg>
      <pc:sldChg chg="modSp add mod modShow">
        <pc:chgData name="Sam O'Neill" userId="cb323814-a42a-4cfe-bc74-03f595e56f6e" providerId="ADAL" clId="{559C20C6-E908-4A0B-913B-73AA4FB10806}" dt="2020-01-28T13:22:24.609" v="470" actId="20577"/>
        <pc:sldMkLst>
          <pc:docMk/>
          <pc:sldMk cId="2769808991" sldId="263"/>
        </pc:sldMkLst>
      </pc:sldChg>
      <pc:sldChg chg="modSp add">
        <pc:chgData name="Sam O'Neill" userId="cb323814-a42a-4cfe-bc74-03f595e56f6e" providerId="ADAL" clId="{559C20C6-E908-4A0B-913B-73AA4FB10806}" dt="2020-01-28T13:24:14.906" v="549" actId="113"/>
        <pc:sldMkLst>
          <pc:docMk/>
          <pc:sldMk cId="2283685273" sldId="264"/>
        </pc:sldMkLst>
      </pc:sldChg>
      <pc:sldChg chg="ord">
        <pc:chgData name="Sam O'Neill" userId="cb323814-a42a-4cfe-bc74-03f595e56f6e" providerId="ADAL" clId="{559C20C6-E908-4A0B-913B-73AA4FB10806}" dt="2020-01-29T14:02:48.609" v="2790"/>
        <pc:sldMkLst>
          <pc:docMk/>
          <pc:sldMk cId="1179506474" sldId="265"/>
        </pc:sldMkLst>
      </pc:sldChg>
      <pc:sldChg chg="modSp">
        <pc:chgData name="Sam O'Neill" userId="cb323814-a42a-4cfe-bc74-03f595e56f6e" providerId="ADAL" clId="{559C20C6-E908-4A0B-913B-73AA4FB10806}" dt="2020-01-29T13:09:25.305" v="644" actId="20577"/>
        <pc:sldMkLst>
          <pc:docMk/>
          <pc:sldMk cId="1196531814" sldId="267"/>
        </pc:sldMkLst>
      </pc:sldChg>
      <pc:sldChg chg="modSp">
        <pc:chgData name="Sam O'Neill" userId="cb323814-a42a-4cfe-bc74-03f595e56f6e" providerId="ADAL" clId="{559C20C6-E908-4A0B-913B-73AA4FB10806}" dt="2020-01-29T13:09:36.017" v="650" actId="20577"/>
        <pc:sldMkLst>
          <pc:docMk/>
          <pc:sldMk cId="1117700205" sldId="268"/>
        </pc:sldMkLst>
      </pc:sldChg>
      <pc:sldChg chg="modSp">
        <pc:chgData name="Sam O'Neill" userId="cb323814-a42a-4cfe-bc74-03f595e56f6e" providerId="ADAL" clId="{559C20C6-E908-4A0B-913B-73AA4FB10806}" dt="2020-01-29T13:13:16.701" v="844" actId="20577"/>
        <pc:sldMkLst>
          <pc:docMk/>
          <pc:sldMk cId="849270315" sldId="270"/>
        </pc:sldMkLst>
      </pc:sldChg>
      <pc:sldChg chg="modSp">
        <pc:chgData name="Sam O'Neill" userId="cb323814-a42a-4cfe-bc74-03f595e56f6e" providerId="ADAL" clId="{559C20C6-E908-4A0B-913B-73AA4FB10806}" dt="2020-01-29T13:13:45.685" v="864" actId="20577"/>
        <pc:sldMkLst>
          <pc:docMk/>
          <pc:sldMk cId="1933534600" sldId="271"/>
        </pc:sldMkLst>
      </pc:sldChg>
      <pc:sldChg chg="addSp delSp modSp">
        <pc:chgData name="Sam O'Neill" userId="cb323814-a42a-4cfe-bc74-03f595e56f6e" providerId="ADAL" clId="{559C20C6-E908-4A0B-913B-73AA4FB10806}" dt="2020-01-29T13:14:12.630" v="869" actId="20577"/>
        <pc:sldMkLst>
          <pc:docMk/>
          <pc:sldMk cId="220347951" sldId="272"/>
        </pc:sldMkLst>
      </pc:sldChg>
      <pc:sldChg chg="modSp">
        <pc:chgData name="Sam O'Neill" userId="cb323814-a42a-4cfe-bc74-03f595e56f6e" providerId="ADAL" clId="{559C20C6-E908-4A0B-913B-73AA4FB10806}" dt="2020-01-29T13:05:28.060" v="592"/>
        <pc:sldMkLst>
          <pc:docMk/>
          <pc:sldMk cId="2237555915" sldId="274"/>
        </pc:sldMkLst>
      </pc:sldChg>
      <pc:sldChg chg="addSp modSp">
        <pc:chgData name="Sam O'Neill" userId="cb323814-a42a-4cfe-bc74-03f595e56f6e" providerId="ADAL" clId="{559C20C6-E908-4A0B-913B-73AA4FB10806}" dt="2020-01-29T13:15:04.182" v="876" actId="1076"/>
        <pc:sldMkLst>
          <pc:docMk/>
          <pc:sldMk cId="2520052617" sldId="275"/>
        </pc:sldMkLst>
      </pc:sldChg>
      <pc:sldChg chg="modSp">
        <pc:chgData name="Sam O'Neill" userId="cb323814-a42a-4cfe-bc74-03f595e56f6e" providerId="ADAL" clId="{559C20C6-E908-4A0B-913B-73AA4FB10806}" dt="2020-01-29T13:05:38.342" v="593"/>
        <pc:sldMkLst>
          <pc:docMk/>
          <pc:sldMk cId="3105986257" sldId="276"/>
        </pc:sldMkLst>
      </pc:sldChg>
      <pc:sldChg chg="addSp delSp">
        <pc:chgData name="Sam O'Neill" userId="cb323814-a42a-4cfe-bc74-03f595e56f6e" providerId="ADAL" clId="{559C20C6-E908-4A0B-913B-73AA4FB10806}" dt="2020-01-29T13:29:26.866" v="1150"/>
        <pc:sldMkLst>
          <pc:docMk/>
          <pc:sldMk cId="2915340057" sldId="277"/>
        </pc:sldMkLst>
      </pc:sldChg>
      <pc:sldChg chg="addSp delSp modSp">
        <pc:chgData name="Sam O'Neill" userId="cb323814-a42a-4cfe-bc74-03f595e56f6e" providerId="ADAL" clId="{559C20C6-E908-4A0B-913B-73AA4FB10806}" dt="2020-01-29T16:31:02.509" v="3919" actId="478"/>
        <pc:sldMkLst>
          <pc:docMk/>
          <pc:sldMk cId="2234063388" sldId="278"/>
        </pc:sldMkLst>
      </pc:sldChg>
      <pc:sldChg chg="modSp del">
        <pc:chgData name="Sam O'Neill" userId="cb323814-a42a-4cfe-bc74-03f595e56f6e" providerId="ADAL" clId="{559C20C6-E908-4A0B-913B-73AA4FB10806}" dt="2020-01-29T13:22:38.217" v="1057" actId="47"/>
        <pc:sldMkLst>
          <pc:docMk/>
          <pc:sldMk cId="122309272" sldId="279"/>
        </pc:sldMkLst>
      </pc:sldChg>
      <pc:sldChg chg="modSp del">
        <pc:chgData name="Sam O'Neill" userId="cb323814-a42a-4cfe-bc74-03f595e56f6e" providerId="ADAL" clId="{559C20C6-E908-4A0B-913B-73AA4FB10806}" dt="2020-01-29T13:23:30.617" v="1065" actId="47"/>
        <pc:sldMkLst>
          <pc:docMk/>
          <pc:sldMk cId="1024318712" sldId="280"/>
        </pc:sldMkLst>
      </pc:sldChg>
      <pc:sldChg chg="modSp del">
        <pc:chgData name="Sam O'Neill" userId="cb323814-a42a-4cfe-bc74-03f595e56f6e" providerId="ADAL" clId="{559C20C6-E908-4A0B-913B-73AA4FB10806}" dt="2020-01-29T13:42:04.417" v="2231" actId="47"/>
        <pc:sldMkLst>
          <pc:docMk/>
          <pc:sldMk cId="3792992735" sldId="281"/>
        </pc:sldMkLst>
      </pc:sldChg>
      <pc:sldChg chg="modSp del">
        <pc:chgData name="Sam O'Neill" userId="cb323814-a42a-4cfe-bc74-03f595e56f6e" providerId="ADAL" clId="{559C20C6-E908-4A0B-913B-73AA4FB10806}" dt="2020-01-29T13:47:58.847" v="2472" actId="47"/>
        <pc:sldMkLst>
          <pc:docMk/>
          <pc:sldMk cId="446370990" sldId="282"/>
        </pc:sldMkLst>
      </pc:sldChg>
      <pc:sldChg chg="modSp del">
        <pc:chgData name="Sam O'Neill" userId="cb323814-a42a-4cfe-bc74-03f595e56f6e" providerId="ADAL" clId="{559C20C6-E908-4A0B-913B-73AA4FB10806}" dt="2020-01-29T13:48:46.355" v="2478" actId="47"/>
        <pc:sldMkLst>
          <pc:docMk/>
          <pc:sldMk cId="613823368" sldId="283"/>
        </pc:sldMkLst>
      </pc:sldChg>
      <pc:sldChg chg="modSp del">
        <pc:chgData name="Sam O'Neill" userId="cb323814-a42a-4cfe-bc74-03f595e56f6e" providerId="ADAL" clId="{559C20C6-E908-4A0B-913B-73AA4FB10806}" dt="2020-01-29T13:49:09.997" v="2483" actId="47"/>
        <pc:sldMkLst>
          <pc:docMk/>
          <pc:sldMk cId="3480988085" sldId="284"/>
        </pc:sldMkLst>
      </pc:sldChg>
      <pc:sldChg chg="modSp del">
        <pc:chgData name="Sam O'Neill" userId="cb323814-a42a-4cfe-bc74-03f595e56f6e" providerId="ADAL" clId="{559C20C6-E908-4A0B-913B-73AA4FB10806}" dt="2020-01-29T13:52:39.815" v="2541" actId="47"/>
        <pc:sldMkLst>
          <pc:docMk/>
          <pc:sldMk cId="603339477" sldId="285"/>
        </pc:sldMkLst>
      </pc:sldChg>
      <pc:sldChg chg="modSp del">
        <pc:chgData name="Sam O'Neill" userId="cb323814-a42a-4cfe-bc74-03f595e56f6e" providerId="ADAL" clId="{559C20C6-E908-4A0B-913B-73AA4FB10806}" dt="2020-01-29T13:59:35.434" v="2731" actId="47"/>
        <pc:sldMkLst>
          <pc:docMk/>
          <pc:sldMk cId="418354214" sldId="286"/>
        </pc:sldMkLst>
      </pc:sldChg>
      <pc:sldChg chg="addSp modSp del">
        <pc:chgData name="Sam O'Neill" userId="cb323814-a42a-4cfe-bc74-03f595e56f6e" providerId="ADAL" clId="{559C20C6-E908-4A0B-913B-73AA4FB10806}" dt="2020-01-29T14:03:41.957" v="2792" actId="47"/>
        <pc:sldMkLst>
          <pc:docMk/>
          <pc:sldMk cId="1584060751" sldId="287"/>
        </pc:sldMkLst>
      </pc:sldChg>
      <pc:sldChg chg="modSp">
        <pc:chgData name="Sam O'Neill" userId="cb323814-a42a-4cfe-bc74-03f595e56f6e" providerId="ADAL" clId="{559C20C6-E908-4A0B-913B-73AA4FB10806}" dt="2020-01-29T14:03:56.101" v="2800" actId="20577"/>
        <pc:sldMkLst>
          <pc:docMk/>
          <pc:sldMk cId="3607127533" sldId="288"/>
        </pc:sldMkLst>
      </pc:sldChg>
      <pc:sldChg chg="addSp modSp">
        <pc:chgData name="Sam O'Neill" userId="cb323814-a42a-4cfe-bc74-03f595e56f6e" providerId="ADAL" clId="{559C20C6-E908-4A0B-913B-73AA4FB10806}" dt="2020-01-29T17:37:09.554" v="4810" actId="1582"/>
        <pc:sldMkLst>
          <pc:docMk/>
          <pc:sldMk cId="1916829109" sldId="289"/>
        </pc:sldMkLst>
      </pc:sldChg>
      <pc:sldChg chg="modSp del">
        <pc:chgData name="Sam O'Neill" userId="cb323814-a42a-4cfe-bc74-03f595e56f6e" providerId="ADAL" clId="{559C20C6-E908-4A0B-913B-73AA4FB10806}" dt="2020-01-29T17:36:55.294" v="4807" actId="47"/>
        <pc:sldMkLst>
          <pc:docMk/>
          <pc:sldMk cId="3839834318" sldId="292"/>
        </pc:sldMkLst>
      </pc:sldChg>
      <pc:sldChg chg="del">
        <pc:chgData name="Sam O'Neill" userId="cb323814-a42a-4cfe-bc74-03f595e56f6e" providerId="ADAL" clId="{559C20C6-E908-4A0B-913B-73AA4FB10806}" dt="2020-01-29T14:02:52.352" v="2791" actId="47"/>
        <pc:sldMkLst>
          <pc:docMk/>
          <pc:sldMk cId="3212836589" sldId="293"/>
        </pc:sldMkLst>
      </pc:sldChg>
      <pc:sldChg chg="addSp delSp modSp del">
        <pc:chgData name="Sam O'Neill" userId="cb323814-a42a-4cfe-bc74-03f595e56f6e" providerId="ADAL" clId="{559C20C6-E908-4A0B-913B-73AA4FB10806}" dt="2020-01-29T15:28:58.718" v="3438" actId="47"/>
        <pc:sldMkLst>
          <pc:docMk/>
          <pc:sldMk cId="2081506952" sldId="294"/>
        </pc:sldMkLst>
      </pc:sldChg>
      <pc:sldChg chg="addSp delSp modSp add">
        <pc:chgData name="Sam O'Neill" userId="cb323814-a42a-4cfe-bc74-03f595e56f6e" providerId="ADAL" clId="{559C20C6-E908-4A0B-913B-73AA4FB10806}" dt="2020-01-29T13:08:31.952" v="630" actId="20577"/>
        <pc:sldMkLst>
          <pc:docMk/>
          <pc:sldMk cId="1481393748" sldId="295"/>
        </pc:sldMkLst>
      </pc:sldChg>
      <pc:sldChg chg="delSp modSp add">
        <pc:chgData name="Sam O'Neill" userId="cb323814-a42a-4cfe-bc74-03f595e56f6e" providerId="ADAL" clId="{559C20C6-E908-4A0B-913B-73AA4FB10806}" dt="2020-01-29T13:12:03.489" v="828" actId="20577"/>
        <pc:sldMkLst>
          <pc:docMk/>
          <pc:sldMk cId="2444773635" sldId="296"/>
        </pc:sldMkLst>
      </pc:sldChg>
      <pc:sldChg chg="addSp modSp add del">
        <pc:chgData name="Sam O'Neill" userId="cb323814-a42a-4cfe-bc74-03f595e56f6e" providerId="ADAL" clId="{559C20C6-E908-4A0B-913B-73AA4FB10806}" dt="2020-01-29T13:52:41.354" v="2542" actId="47"/>
        <pc:sldMkLst>
          <pc:docMk/>
          <pc:sldMk cId="1271737553" sldId="297"/>
        </pc:sldMkLst>
      </pc:sldChg>
      <pc:sldChg chg="add del">
        <pc:chgData name="Sam O'Neill" userId="cb323814-a42a-4cfe-bc74-03f595e56f6e" providerId="ADAL" clId="{559C20C6-E908-4A0B-913B-73AA4FB10806}" dt="2020-01-29T13:15:34.939" v="878"/>
        <pc:sldMkLst>
          <pc:docMk/>
          <pc:sldMk cId="3835882876" sldId="297"/>
        </pc:sldMkLst>
      </pc:sldChg>
      <pc:sldChg chg="add del">
        <pc:chgData name="Sam O'Neill" userId="cb323814-a42a-4cfe-bc74-03f595e56f6e" providerId="ADAL" clId="{559C20C6-E908-4A0B-913B-73AA4FB10806}" dt="2020-01-29T13:16:07.893" v="880"/>
        <pc:sldMkLst>
          <pc:docMk/>
          <pc:sldMk cId="3998874696" sldId="297"/>
        </pc:sldMkLst>
      </pc:sldChg>
      <pc:sldChg chg="addSp delSp modSp add">
        <pc:chgData name="Sam O'Neill" userId="cb323814-a42a-4cfe-bc74-03f595e56f6e" providerId="ADAL" clId="{559C20C6-E908-4A0B-913B-73AA4FB10806}" dt="2020-01-29T16:31:04.325" v="3920" actId="478"/>
        <pc:sldMkLst>
          <pc:docMk/>
          <pc:sldMk cId="2385059939" sldId="298"/>
        </pc:sldMkLst>
      </pc:sldChg>
      <pc:sldChg chg="addSp delSp modSp add">
        <pc:chgData name="Sam O'Neill" userId="cb323814-a42a-4cfe-bc74-03f595e56f6e" providerId="ADAL" clId="{559C20C6-E908-4A0B-913B-73AA4FB10806}" dt="2020-01-29T16:31:06.300" v="3921" actId="478"/>
        <pc:sldMkLst>
          <pc:docMk/>
          <pc:sldMk cId="2070830331" sldId="299"/>
        </pc:sldMkLst>
      </pc:sldChg>
      <pc:sldChg chg="addSp delSp modSp add del">
        <pc:chgData name="Sam O'Neill" userId="cb323814-a42a-4cfe-bc74-03f595e56f6e" providerId="ADAL" clId="{559C20C6-E908-4A0B-913B-73AA4FB10806}" dt="2020-01-29T16:38:03.595" v="4234" actId="47"/>
        <pc:sldMkLst>
          <pc:docMk/>
          <pc:sldMk cId="2883914214" sldId="300"/>
        </pc:sldMkLst>
      </pc:sldChg>
      <pc:sldChg chg="addSp delSp modSp add">
        <pc:chgData name="Sam O'Neill" userId="cb323814-a42a-4cfe-bc74-03f595e56f6e" providerId="ADAL" clId="{559C20C6-E908-4A0B-913B-73AA4FB10806}" dt="2020-01-29T16:45:58.063" v="4428" actId="20577"/>
        <pc:sldMkLst>
          <pc:docMk/>
          <pc:sldMk cId="4202980668" sldId="301"/>
        </pc:sldMkLst>
      </pc:sldChg>
      <pc:sldChg chg="addSp delSp modSp add">
        <pc:chgData name="Sam O'Neill" userId="cb323814-a42a-4cfe-bc74-03f595e56f6e" providerId="ADAL" clId="{559C20C6-E908-4A0B-913B-73AA4FB10806}" dt="2020-01-29T13:39:50.285" v="2178" actId="20577"/>
        <pc:sldMkLst>
          <pc:docMk/>
          <pc:sldMk cId="3057753886" sldId="302"/>
        </pc:sldMkLst>
      </pc:sldChg>
      <pc:sldChg chg="addSp delSp modSp add">
        <pc:chgData name="Sam O'Neill" userId="cb323814-a42a-4cfe-bc74-03f595e56f6e" providerId="ADAL" clId="{559C20C6-E908-4A0B-913B-73AA4FB10806}" dt="2020-01-29T16:33:03.072" v="4101" actId="478"/>
        <pc:sldMkLst>
          <pc:docMk/>
          <pc:sldMk cId="2626397598" sldId="303"/>
        </pc:sldMkLst>
      </pc:sldChg>
      <pc:sldChg chg="addSp delSp modSp add">
        <pc:chgData name="Sam O'Neill" userId="cb323814-a42a-4cfe-bc74-03f595e56f6e" providerId="ADAL" clId="{559C20C6-E908-4A0B-913B-73AA4FB10806}" dt="2020-01-29T16:33:09.366" v="4103" actId="478"/>
        <pc:sldMkLst>
          <pc:docMk/>
          <pc:sldMk cId="1500707532" sldId="304"/>
        </pc:sldMkLst>
      </pc:sldChg>
      <pc:sldChg chg="addSp delSp modSp add">
        <pc:chgData name="Sam O'Neill" userId="cb323814-a42a-4cfe-bc74-03f595e56f6e" providerId="ADAL" clId="{559C20C6-E908-4A0B-913B-73AA4FB10806}" dt="2020-01-29T16:33:11.672" v="4104" actId="478"/>
        <pc:sldMkLst>
          <pc:docMk/>
          <pc:sldMk cId="2528931569" sldId="305"/>
        </pc:sldMkLst>
      </pc:sldChg>
      <pc:sldChg chg="addSp delSp modSp add">
        <pc:chgData name="Sam O'Neill" userId="cb323814-a42a-4cfe-bc74-03f595e56f6e" providerId="ADAL" clId="{559C20C6-E908-4A0B-913B-73AA4FB10806}" dt="2020-01-29T16:51:04.637" v="4442" actId="1076"/>
        <pc:sldMkLst>
          <pc:docMk/>
          <pc:sldMk cId="2871589415" sldId="306"/>
        </pc:sldMkLst>
      </pc:sldChg>
      <pc:sldChg chg="addSp delSp modSp add">
        <pc:chgData name="Sam O'Neill" userId="cb323814-a42a-4cfe-bc74-03f595e56f6e" providerId="ADAL" clId="{559C20C6-E908-4A0B-913B-73AA4FB10806}" dt="2020-01-29T16:37:12.606" v="4233" actId="14100"/>
        <pc:sldMkLst>
          <pc:docMk/>
          <pc:sldMk cId="2756074913" sldId="307"/>
        </pc:sldMkLst>
      </pc:sldChg>
      <pc:sldChg chg="modSp add">
        <pc:chgData name="Sam O'Neill" userId="cb323814-a42a-4cfe-bc74-03f595e56f6e" providerId="ADAL" clId="{559C20C6-E908-4A0B-913B-73AA4FB10806}" dt="2020-01-29T13:58:58.569" v="2729" actId="113"/>
        <pc:sldMkLst>
          <pc:docMk/>
          <pc:sldMk cId="2908928839" sldId="308"/>
        </pc:sldMkLst>
      </pc:sldChg>
      <pc:sldChg chg="addSp delSp modSp add">
        <pc:chgData name="Sam O'Neill" userId="cb323814-a42a-4cfe-bc74-03f595e56f6e" providerId="ADAL" clId="{559C20C6-E908-4A0B-913B-73AA4FB10806}" dt="2020-01-29T17:40:57.929" v="4811" actId="20577"/>
        <pc:sldMkLst>
          <pc:docMk/>
          <pc:sldMk cId="1713177327" sldId="309"/>
        </pc:sldMkLst>
      </pc:sldChg>
      <pc:sldChg chg="modSp add">
        <pc:chgData name="Sam O'Neill" userId="cb323814-a42a-4cfe-bc74-03f595e56f6e" providerId="ADAL" clId="{559C20C6-E908-4A0B-913B-73AA4FB10806}" dt="2020-01-29T14:02:35.119" v="2788" actId="113"/>
        <pc:sldMkLst>
          <pc:docMk/>
          <pc:sldMk cId="3530854050" sldId="310"/>
        </pc:sldMkLst>
      </pc:sldChg>
      <pc:sldChg chg="add del">
        <pc:chgData name="Sam O'Neill" userId="cb323814-a42a-4cfe-bc74-03f595e56f6e" providerId="ADAL" clId="{559C20C6-E908-4A0B-913B-73AA4FB10806}" dt="2020-01-29T14:02:30.631" v="2787"/>
        <pc:sldMkLst>
          <pc:docMk/>
          <pc:sldMk cId="2021697848" sldId="311"/>
        </pc:sldMkLst>
      </pc:sldChg>
      <pc:sldChg chg="addSp delSp modSp add del">
        <pc:chgData name="Sam O'Neill" userId="cb323814-a42a-4cfe-bc74-03f595e56f6e" providerId="ADAL" clId="{559C20C6-E908-4A0B-913B-73AA4FB10806}" dt="2020-01-29T17:36:55.294" v="4807" actId="47"/>
        <pc:sldMkLst>
          <pc:docMk/>
          <pc:sldMk cId="3627397114" sldId="311"/>
        </pc:sldMkLst>
      </pc:sldChg>
      <pc:sldChg chg="addSp delSp modSp add ord">
        <pc:chgData name="Sam O'Neill" userId="cb323814-a42a-4cfe-bc74-03f595e56f6e" providerId="ADAL" clId="{559C20C6-E908-4A0B-913B-73AA4FB10806}" dt="2020-01-29T14:48:04.968" v="3078"/>
        <pc:sldMkLst>
          <pc:docMk/>
          <pc:sldMk cId="506454538" sldId="312"/>
        </pc:sldMkLst>
      </pc:sldChg>
      <pc:sldChg chg="addSp delSp modSp add del">
        <pc:chgData name="Sam O'Neill" userId="cb323814-a42a-4cfe-bc74-03f595e56f6e" providerId="ADAL" clId="{559C20C6-E908-4A0B-913B-73AA4FB10806}" dt="2020-01-29T17:36:55.294" v="4807" actId="47"/>
        <pc:sldMkLst>
          <pc:docMk/>
          <pc:sldMk cId="3394134216" sldId="313"/>
        </pc:sldMkLst>
      </pc:sldChg>
      <pc:sldChg chg="add del">
        <pc:chgData name="Sam O'Neill" userId="cb323814-a42a-4cfe-bc74-03f595e56f6e" providerId="ADAL" clId="{559C20C6-E908-4A0B-913B-73AA4FB10806}" dt="2020-01-29T16:52:46.916" v="4452" actId="47"/>
        <pc:sldMkLst>
          <pc:docMk/>
          <pc:sldMk cId="61221929" sldId="314"/>
        </pc:sldMkLst>
      </pc:sldChg>
      <pc:sldChg chg="addSp delSp modSp add del">
        <pc:chgData name="Sam O'Neill" userId="cb323814-a42a-4cfe-bc74-03f595e56f6e" providerId="ADAL" clId="{559C20C6-E908-4A0B-913B-73AA4FB10806}" dt="2020-01-29T16:12:41.078" v="3698" actId="47"/>
        <pc:sldMkLst>
          <pc:docMk/>
          <pc:sldMk cId="260943999" sldId="314"/>
        </pc:sldMkLst>
      </pc:sldChg>
      <pc:sldChg chg="delSp modSp add">
        <pc:chgData name="Sam O'Neill" userId="cb323814-a42a-4cfe-bc74-03f595e56f6e" providerId="ADAL" clId="{559C20C6-E908-4A0B-913B-73AA4FB10806}" dt="2020-01-29T16:35:10.061" v="4168" actId="208"/>
        <pc:sldMkLst>
          <pc:docMk/>
          <pc:sldMk cId="1234885339" sldId="315"/>
        </pc:sldMkLst>
      </pc:sldChg>
      <pc:sldChg chg="modSp add del">
        <pc:chgData name="Sam O'Neill" userId="cb323814-a42a-4cfe-bc74-03f595e56f6e" providerId="ADAL" clId="{559C20C6-E908-4A0B-913B-73AA4FB10806}" dt="2020-01-29T15:17:29.947" v="3388" actId="47"/>
        <pc:sldMkLst>
          <pc:docMk/>
          <pc:sldMk cId="3709177668" sldId="315"/>
        </pc:sldMkLst>
      </pc:sldChg>
      <pc:sldChg chg="addSp delSp modSp add">
        <pc:chgData name="Sam O'Neill" userId="cb323814-a42a-4cfe-bc74-03f595e56f6e" providerId="ADAL" clId="{559C20C6-E908-4A0B-913B-73AA4FB10806}" dt="2020-01-29T17:12:47.268" v="4806" actId="20577"/>
        <pc:sldMkLst>
          <pc:docMk/>
          <pc:sldMk cId="2635785397" sldId="316"/>
        </pc:sldMkLst>
      </pc:sldChg>
      <pc:sldChg chg="add ord">
        <pc:chgData name="Sam O'Neill" userId="cb323814-a42a-4cfe-bc74-03f595e56f6e" providerId="ADAL" clId="{559C20C6-E908-4A0B-913B-73AA4FB10806}" dt="2020-01-29T17:10:59.831" v="4746"/>
        <pc:sldMkLst>
          <pc:docMk/>
          <pc:sldMk cId="3560351858" sldId="317"/>
        </pc:sldMkLst>
      </pc:sldChg>
      <pc:sldChg chg="addSp delSp modSp add">
        <pc:chgData name="Sam O'Neill" userId="cb323814-a42a-4cfe-bc74-03f595e56f6e" providerId="ADAL" clId="{559C20C6-E908-4A0B-913B-73AA4FB10806}" dt="2020-01-29T17:08:06.190" v="4744" actId="1076"/>
        <pc:sldMkLst>
          <pc:docMk/>
          <pc:sldMk cId="860377797" sldId="318"/>
        </pc:sldMkLst>
      </pc:sldChg>
      <pc:sldChg chg="add">
        <pc:chgData name="Sam O'Neill" userId="cb323814-a42a-4cfe-bc74-03f595e56f6e" providerId="ADAL" clId="{559C20C6-E908-4A0B-913B-73AA4FB10806}" dt="2020-01-29T17:11:03.333" v="4747"/>
        <pc:sldMkLst>
          <pc:docMk/>
          <pc:sldMk cId="1141858548" sldId="319"/>
        </pc:sldMkLst>
      </pc:sldChg>
    </pc:docChg>
  </pc:docChgLst>
  <pc:docChgLst>
    <pc:chgData name="Sam O’Neil" userId="cb323814-a42a-4cfe-bc74-03f595e56f6e" providerId="ADAL" clId="{2A2F4E40-71C5-49CC-8EBB-DC469AE0CA50}"/>
    <pc:docChg chg="undo custSel addSld delSld modSld">
      <pc:chgData name="Sam O’Neil" userId="cb323814-a42a-4cfe-bc74-03f595e56f6e" providerId="ADAL" clId="{2A2F4E40-71C5-49CC-8EBB-DC469AE0CA50}" dt="2019-11-21T12:09:13.370" v="2378" actId="20577"/>
      <pc:docMkLst>
        <pc:docMk/>
      </pc:docMkLst>
      <pc:sldChg chg="add del">
        <pc:chgData name="Sam O’Neil" userId="cb323814-a42a-4cfe-bc74-03f595e56f6e" providerId="ADAL" clId="{2A2F4E40-71C5-49CC-8EBB-DC469AE0CA50}" dt="2019-11-20T11:29:32.869" v="94"/>
        <pc:sldMkLst>
          <pc:docMk/>
          <pc:sldMk cId="3226419782" sldId="262"/>
        </pc:sldMkLst>
      </pc:sldChg>
      <pc:sldChg chg="add del">
        <pc:chgData name="Sam O’Neil" userId="cb323814-a42a-4cfe-bc74-03f595e56f6e" providerId="ADAL" clId="{2A2F4E40-71C5-49CC-8EBB-DC469AE0CA50}" dt="2019-11-20T11:29:32.869" v="94"/>
        <pc:sldMkLst>
          <pc:docMk/>
          <pc:sldMk cId="2913395776" sldId="263"/>
        </pc:sldMkLst>
      </pc:sldChg>
      <pc:sldChg chg="del">
        <pc:chgData name="Sam O’Neil" userId="cb323814-a42a-4cfe-bc74-03f595e56f6e" providerId="ADAL" clId="{2A2F4E40-71C5-49CC-8EBB-DC469AE0CA50}" dt="2019-11-20T11:26:52.057" v="6" actId="2696"/>
        <pc:sldMkLst>
          <pc:docMk/>
          <pc:sldMk cId="2314261482" sldId="264"/>
        </pc:sldMkLst>
      </pc:sldChg>
      <pc:sldChg chg="del">
        <pc:chgData name="Sam O’Neil" userId="cb323814-a42a-4cfe-bc74-03f595e56f6e" providerId="ADAL" clId="{2A2F4E40-71C5-49CC-8EBB-DC469AE0CA50}" dt="2019-11-20T11:26:56.213" v="20" actId="2696"/>
        <pc:sldMkLst>
          <pc:docMk/>
          <pc:sldMk cId="2923059188" sldId="268"/>
        </pc:sldMkLst>
      </pc:sldChg>
      <pc:sldChg chg="delSp modSp add del">
        <pc:chgData name="Sam O’Neil" userId="cb323814-a42a-4cfe-bc74-03f595e56f6e" providerId="ADAL" clId="{2A2F4E40-71C5-49CC-8EBB-DC469AE0CA50}" dt="2019-11-21T12:06:50.594" v="2374" actId="20577"/>
        <pc:sldMkLst>
          <pc:docMk/>
          <pc:sldMk cId="2458902969" sldId="270"/>
        </pc:sldMkLst>
      </pc:sldChg>
      <pc:sldChg chg="del">
        <pc:chgData name="Sam O’Neil" userId="cb323814-a42a-4cfe-bc74-03f595e56f6e" providerId="ADAL" clId="{2A2F4E40-71C5-49CC-8EBB-DC469AE0CA50}" dt="2019-11-20T11:26:51.426" v="4" actId="2696"/>
        <pc:sldMkLst>
          <pc:docMk/>
          <pc:sldMk cId="1366319027" sldId="271"/>
        </pc:sldMkLst>
      </pc:sldChg>
      <pc:sldChg chg="modSp add">
        <pc:chgData name="Sam O’Neil" userId="cb323814-a42a-4cfe-bc74-03f595e56f6e" providerId="ADAL" clId="{2A2F4E40-71C5-49CC-8EBB-DC469AE0CA50}" dt="2019-11-20T12:20:19.139" v="637" actId="20577"/>
        <pc:sldMkLst>
          <pc:docMk/>
          <pc:sldMk cId="3240690951" sldId="271"/>
        </pc:sldMkLst>
      </pc:sldChg>
      <pc:sldChg chg="addSp modSp add">
        <pc:chgData name="Sam O’Neil" userId="cb323814-a42a-4cfe-bc74-03f595e56f6e" providerId="ADAL" clId="{2A2F4E40-71C5-49CC-8EBB-DC469AE0CA50}" dt="2019-11-20T18:25:21.348" v="1398" actId="6549"/>
        <pc:sldMkLst>
          <pc:docMk/>
          <pc:sldMk cId="3936150012" sldId="272"/>
        </pc:sldMkLst>
      </pc:sldChg>
      <pc:sldChg chg="del">
        <pc:chgData name="Sam O’Neil" userId="cb323814-a42a-4cfe-bc74-03f595e56f6e" providerId="ADAL" clId="{2A2F4E40-71C5-49CC-8EBB-DC469AE0CA50}" dt="2019-11-20T11:26:51.173" v="2" actId="2696"/>
        <pc:sldMkLst>
          <pc:docMk/>
          <pc:sldMk cId="4196707492" sldId="272"/>
        </pc:sldMkLst>
      </pc:sldChg>
      <pc:sldChg chg="del">
        <pc:chgData name="Sam O’Neil" userId="cb323814-a42a-4cfe-bc74-03f595e56f6e" providerId="ADAL" clId="{2A2F4E40-71C5-49CC-8EBB-DC469AE0CA50}" dt="2019-11-20T11:26:52.540" v="7" actId="2696"/>
        <pc:sldMkLst>
          <pc:docMk/>
          <pc:sldMk cId="2430772097" sldId="273"/>
        </pc:sldMkLst>
      </pc:sldChg>
      <pc:sldChg chg="modSp add">
        <pc:chgData name="Sam O’Neil" userId="cb323814-a42a-4cfe-bc74-03f595e56f6e" providerId="ADAL" clId="{2A2F4E40-71C5-49CC-8EBB-DC469AE0CA50}" dt="2019-11-20T18:24:55.791" v="1391" actId="6549"/>
        <pc:sldMkLst>
          <pc:docMk/>
          <pc:sldMk cId="3286258724" sldId="273"/>
        </pc:sldMkLst>
      </pc:sldChg>
      <pc:sldChg chg="del">
        <pc:chgData name="Sam O’Neil" userId="cb323814-a42a-4cfe-bc74-03f595e56f6e" providerId="ADAL" clId="{2A2F4E40-71C5-49CC-8EBB-DC469AE0CA50}" dt="2019-11-20T11:26:51.626" v="5" actId="2696"/>
        <pc:sldMkLst>
          <pc:docMk/>
          <pc:sldMk cId="2431734939" sldId="274"/>
        </pc:sldMkLst>
      </pc:sldChg>
      <pc:sldChg chg="modSp add">
        <pc:chgData name="Sam O’Neil" userId="cb323814-a42a-4cfe-bc74-03f595e56f6e" providerId="ADAL" clId="{2A2F4E40-71C5-49CC-8EBB-DC469AE0CA50}" dt="2019-11-20T18:09:29.836" v="939" actId="13926"/>
        <pc:sldMkLst>
          <pc:docMk/>
          <pc:sldMk cId="2559174208" sldId="274"/>
        </pc:sldMkLst>
      </pc:sldChg>
      <pc:sldChg chg="del">
        <pc:chgData name="Sam O’Neil" userId="cb323814-a42a-4cfe-bc74-03f595e56f6e" providerId="ADAL" clId="{2A2F4E40-71C5-49CC-8EBB-DC469AE0CA50}" dt="2019-11-20T11:26:54.632" v="11" actId="2696"/>
        <pc:sldMkLst>
          <pc:docMk/>
          <pc:sldMk cId="1891308513" sldId="275"/>
        </pc:sldMkLst>
      </pc:sldChg>
      <pc:sldChg chg="delSp modSp add">
        <pc:chgData name="Sam O’Neil" userId="cb323814-a42a-4cfe-bc74-03f595e56f6e" providerId="ADAL" clId="{2A2F4E40-71C5-49CC-8EBB-DC469AE0CA50}" dt="2019-11-21T12:00:57.718" v="2210" actId="1076"/>
        <pc:sldMkLst>
          <pc:docMk/>
          <pc:sldMk cId="2561449769" sldId="275"/>
        </pc:sldMkLst>
      </pc:sldChg>
      <pc:sldChg chg="addSp delSp modSp add">
        <pc:chgData name="Sam O’Neil" userId="cb323814-a42a-4cfe-bc74-03f595e56f6e" providerId="ADAL" clId="{2A2F4E40-71C5-49CC-8EBB-DC469AE0CA50}" dt="2019-11-20T18:14:18.009" v="1064" actId="20577"/>
        <pc:sldMkLst>
          <pc:docMk/>
          <pc:sldMk cId="468365988" sldId="276"/>
        </pc:sldMkLst>
      </pc:sldChg>
      <pc:sldChg chg="del">
        <pc:chgData name="Sam O’Neil" userId="cb323814-a42a-4cfe-bc74-03f595e56f6e" providerId="ADAL" clId="{2A2F4E40-71C5-49CC-8EBB-DC469AE0CA50}" dt="2019-11-20T11:26:53.025" v="8" actId="2696"/>
        <pc:sldMkLst>
          <pc:docMk/>
          <pc:sldMk cId="3216355891" sldId="276"/>
        </pc:sldMkLst>
      </pc:sldChg>
      <pc:sldChg chg="del">
        <pc:chgData name="Sam O’Neil" userId="cb323814-a42a-4cfe-bc74-03f595e56f6e" providerId="ADAL" clId="{2A2F4E40-71C5-49CC-8EBB-DC469AE0CA50}" dt="2019-11-20T11:26:55.247" v="12" actId="2696"/>
        <pc:sldMkLst>
          <pc:docMk/>
          <pc:sldMk cId="1074072966" sldId="277"/>
        </pc:sldMkLst>
      </pc:sldChg>
      <pc:sldChg chg="addSp delSp modSp add">
        <pc:chgData name="Sam O’Neil" userId="cb323814-a42a-4cfe-bc74-03f595e56f6e" providerId="ADAL" clId="{2A2F4E40-71C5-49CC-8EBB-DC469AE0CA50}" dt="2019-11-20T19:03:44.380" v="1586" actId="20577"/>
        <pc:sldMkLst>
          <pc:docMk/>
          <pc:sldMk cId="1384563930" sldId="277"/>
        </pc:sldMkLst>
      </pc:sldChg>
      <pc:sldChg chg="del">
        <pc:chgData name="Sam O’Neil" userId="cb323814-a42a-4cfe-bc74-03f595e56f6e" providerId="ADAL" clId="{2A2F4E40-71C5-49CC-8EBB-DC469AE0CA50}" dt="2019-11-20T11:26:55.757" v="13" actId="2696"/>
        <pc:sldMkLst>
          <pc:docMk/>
          <pc:sldMk cId="950490403" sldId="278"/>
        </pc:sldMkLst>
      </pc:sldChg>
      <pc:sldChg chg="modSp add">
        <pc:chgData name="Sam O’Neil" userId="cb323814-a42a-4cfe-bc74-03f595e56f6e" providerId="ADAL" clId="{2A2F4E40-71C5-49CC-8EBB-DC469AE0CA50}" dt="2019-11-20T18:18:09.191" v="1136" actId="20577"/>
        <pc:sldMkLst>
          <pc:docMk/>
          <pc:sldMk cId="4130756932" sldId="278"/>
        </pc:sldMkLst>
      </pc:sldChg>
      <pc:sldChg chg="modSp add">
        <pc:chgData name="Sam O’Neil" userId="cb323814-a42a-4cfe-bc74-03f595e56f6e" providerId="ADAL" clId="{2A2F4E40-71C5-49CC-8EBB-DC469AE0CA50}" dt="2019-11-21T12:09:13.370" v="2378" actId="20577"/>
        <pc:sldMkLst>
          <pc:docMk/>
          <pc:sldMk cId="79205864" sldId="279"/>
        </pc:sldMkLst>
      </pc:sldChg>
      <pc:sldChg chg="del">
        <pc:chgData name="Sam O’Neil" userId="cb323814-a42a-4cfe-bc74-03f595e56f6e" providerId="ADAL" clId="{2A2F4E40-71C5-49CC-8EBB-DC469AE0CA50}" dt="2019-11-20T11:26:55.946" v="14" actId="2696"/>
        <pc:sldMkLst>
          <pc:docMk/>
          <pc:sldMk cId="3044867936" sldId="279"/>
        </pc:sldMkLst>
      </pc:sldChg>
      <pc:sldChg chg="addSp delSp modSp add">
        <pc:chgData name="Sam O’Neil" userId="cb323814-a42a-4cfe-bc74-03f595e56f6e" providerId="ADAL" clId="{2A2F4E40-71C5-49CC-8EBB-DC469AE0CA50}" dt="2019-11-21T11:57:39.473" v="2128" actId="20577"/>
        <pc:sldMkLst>
          <pc:docMk/>
          <pc:sldMk cId="1884217568" sldId="280"/>
        </pc:sldMkLst>
      </pc:sldChg>
      <pc:sldChg chg="del">
        <pc:chgData name="Sam O’Neil" userId="cb323814-a42a-4cfe-bc74-03f595e56f6e" providerId="ADAL" clId="{2A2F4E40-71C5-49CC-8EBB-DC469AE0CA50}" dt="2019-11-20T11:26:53.566" v="9" actId="2696"/>
        <pc:sldMkLst>
          <pc:docMk/>
          <pc:sldMk cId="3196128063" sldId="280"/>
        </pc:sldMkLst>
      </pc:sldChg>
      <pc:sldChg chg="del">
        <pc:chgData name="Sam O’Neil" userId="cb323814-a42a-4cfe-bc74-03f595e56f6e" providerId="ADAL" clId="{2A2F4E40-71C5-49CC-8EBB-DC469AE0CA50}" dt="2019-11-20T11:26:56.072" v="17" actId="2696"/>
        <pc:sldMkLst>
          <pc:docMk/>
          <pc:sldMk cId="1032049495" sldId="281"/>
        </pc:sldMkLst>
      </pc:sldChg>
      <pc:sldChg chg="modSp add">
        <pc:chgData name="Sam O’Neil" userId="cb323814-a42a-4cfe-bc74-03f595e56f6e" providerId="ADAL" clId="{2A2F4E40-71C5-49CC-8EBB-DC469AE0CA50}" dt="2019-11-20T18:23:19.161" v="1344" actId="20577"/>
        <pc:sldMkLst>
          <pc:docMk/>
          <pc:sldMk cId="2088039553" sldId="281"/>
        </pc:sldMkLst>
      </pc:sldChg>
      <pc:sldChg chg="del">
        <pc:chgData name="Sam O’Neil" userId="cb323814-a42a-4cfe-bc74-03f595e56f6e" providerId="ADAL" clId="{2A2F4E40-71C5-49CC-8EBB-DC469AE0CA50}" dt="2019-11-20T11:26:56.121" v="18" actId="2696"/>
        <pc:sldMkLst>
          <pc:docMk/>
          <pc:sldMk cId="1650202783" sldId="282"/>
        </pc:sldMkLst>
      </pc:sldChg>
      <pc:sldChg chg="modSp add">
        <pc:chgData name="Sam O’Neil" userId="cb323814-a42a-4cfe-bc74-03f595e56f6e" providerId="ADAL" clId="{2A2F4E40-71C5-49CC-8EBB-DC469AE0CA50}" dt="2019-11-20T18:40:07.697" v="1445" actId="20577"/>
        <pc:sldMkLst>
          <pc:docMk/>
          <pc:sldMk cId="3621580036" sldId="282"/>
        </pc:sldMkLst>
      </pc:sldChg>
      <pc:sldChg chg="del">
        <pc:chgData name="Sam O’Neil" userId="cb323814-a42a-4cfe-bc74-03f595e56f6e" providerId="ADAL" clId="{2A2F4E40-71C5-49CC-8EBB-DC469AE0CA50}" dt="2019-11-20T11:26:56.333" v="22" actId="2696"/>
        <pc:sldMkLst>
          <pc:docMk/>
          <pc:sldMk cId="889540580" sldId="283"/>
        </pc:sldMkLst>
      </pc:sldChg>
      <pc:sldChg chg="addSp delSp modSp add">
        <pc:chgData name="Sam O’Neil" userId="cb323814-a42a-4cfe-bc74-03f595e56f6e" providerId="ADAL" clId="{2A2F4E40-71C5-49CC-8EBB-DC469AE0CA50}" dt="2019-11-20T18:46:08.226" v="1545" actId="207"/>
        <pc:sldMkLst>
          <pc:docMk/>
          <pc:sldMk cId="3858105676" sldId="283"/>
        </pc:sldMkLst>
      </pc:sldChg>
      <pc:sldChg chg="del">
        <pc:chgData name="Sam O’Neil" userId="cb323814-a42a-4cfe-bc74-03f595e56f6e" providerId="ADAL" clId="{2A2F4E40-71C5-49CC-8EBB-DC469AE0CA50}" dt="2019-11-20T11:26:54.171" v="10" actId="2696"/>
        <pc:sldMkLst>
          <pc:docMk/>
          <pc:sldMk cId="2908830618" sldId="284"/>
        </pc:sldMkLst>
      </pc:sldChg>
      <pc:sldChg chg="addSp delSp modSp add">
        <pc:chgData name="Sam O’Neil" userId="cb323814-a42a-4cfe-bc74-03f595e56f6e" providerId="ADAL" clId="{2A2F4E40-71C5-49CC-8EBB-DC469AE0CA50}" dt="2019-11-20T19:07:55.161" v="1710" actId="20577"/>
        <pc:sldMkLst>
          <pc:docMk/>
          <pc:sldMk cId="4183058261" sldId="284"/>
        </pc:sldMkLst>
      </pc:sldChg>
      <pc:sldChg chg="del">
        <pc:chgData name="Sam O’Neil" userId="cb323814-a42a-4cfe-bc74-03f595e56f6e" providerId="ADAL" clId="{2A2F4E40-71C5-49CC-8EBB-DC469AE0CA50}" dt="2019-11-20T11:26:55.983" v="15" actId="2696"/>
        <pc:sldMkLst>
          <pc:docMk/>
          <pc:sldMk cId="637085690" sldId="285"/>
        </pc:sldMkLst>
      </pc:sldChg>
      <pc:sldChg chg="modSp add">
        <pc:chgData name="Sam O’Neil" userId="cb323814-a42a-4cfe-bc74-03f595e56f6e" providerId="ADAL" clId="{2A2F4E40-71C5-49CC-8EBB-DC469AE0CA50}" dt="2019-11-20T19:15:28.393" v="2062" actId="403"/>
        <pc:sldMkLst>
          <pc:docMk/>
          <pc:sldMk cId="1575725864" sldId="285"/>
        </pc:sldMkLst>
      </pc:sldChg>
      <pc:sldChg chg="addSp delSp modSp add">
        <pc:chgData name="Sam O’Neil" userId="cb323814-a42a-4cfe-bc74-03f595e56f6e" providerId="ADAL" clId="{2A2F4E40-71C5-49CC-8EBB-DC469AE0CA50}" dt="2019-11-20T19:16:02.818" v="2123" actId="20577"/>
        <pc:sldMkLst>
          <pc:docMk/>
          <pc:sldMk cId="172795176" sldId="286"/>
        </pc:sldMkLst>
      </pc:sldChg>
      <pc:sldChg chg="del">
        <pc:chgData name="Sam O’Neil" userId="cb323814-a42a-4cfe-bc74-03f595e56f6e" providerId="ADAL" clId="{2A2F4E40-71C5-49CC-8EBB-DC469AE0CA50}" dt="2019-11-20T11:26:56.026" v="16" actId="2696"/>
        <pc:sldMkLst>
          <pc:docMk/>
          <pc:sldMk cId="291123633" sldId="286"/>
        </pc:sldMkLst>
      </pc:sldChg>
      <pc:sldChg chg="modSp add">
        <pc:chgData name="Sam O’Neil" userId="cb323814-a42a-4cfe-bc74-03f595e56f6e" providerId="ADAL" clId="{2A2F4E40-71C5-49CC-8EBB-DC469AE0CA50}" dt="2019-11-20T19:15:18.497" v="2060" actId="20577"/>
        <pc:sldMkLst>
          <pc:docMk/>
          <pc:sldMk cId="152413535" sldId="287"/>
        </pc:sldMkLst>
      </pc:sldChg>
      <pc:sldChg chg="del">
        <pc:chgData name="Sam O’Neil" userId="cb323814-a42a-4cfe-bc74-03f595e56f6e" providerId="ADAL" clId="{2A2F4E40-71C5-49CC-8EBB-DC469AE0CA50}" dt="2019-11-20T11:26:56.159" v="19" actId="2696"/>
        <pc:sldMkLst>
          <pc:docMk/>
          <pc:sldMk cId="977161248" sldId="287"/>
        </pc:sldMkLst>
      </pc:sldChg>
      <pc:sldChg chg="del">
        <pc:chgData name="Sam O’Neil" userId="cb323814-a42a-4cfe-bc74-03f595e56f6e" providerId="ADAL" clId="{2A2F4E40-71C5-49CC-8EBB-DC469AE0CA50}" dt="2019-11-20T11:26:56.300" v="21" actId="2696"/>
        <pc:sldMkLst>
          <pc:docMk/>
          <pc:sldMk cId="996184403" sldId="288"/>
        </pc:sldMkLst>
      </pc:sldChg>
      <pc:sldChg chg="add">
        <pc:chgData name="Sam O’Neil" userId="cb323814-a42a-4cfe-bc74-03f595e56f6e" providerId="ADAL" clId="{2A2F4E40-71C5-49CC-8EBB-DC469AE0CA50}" dt="2019-11-21T11:57:33.967" v="2124"/>
        <pc:sldMkLst>
          <pc:docMk/>
          <pc:sldMk cId="1149504954" sldId="288"/>
        </pc:sldMkLst>
      </pc:sldChg>
      <pc:sldChg chg="del">
        <pc:chgData name="Sam O’Neil" userId="cb323814-a42a-4cfe-bc74-03f595e56f6e" providerId="ADAL" clId="{2A2F4E40-71C5-49CC-8EBB-DC469AE0CA50}" dt="2019-11-20T11:26:56.362" v="23" actId="2696"/>
        <pc:sldMkLst>
          <pc:docMk/>
          <pc:sldMk cId="857713859" sldId="289"/>
        </pc:sldMkLst>
      </pc:sldChg>
      <pc:sldChg chg="delSp modSp add">
        <pc:chgData name="Sam O’Neil" userId="cb323814-a42a-4cfe-bc74-03f595e56f6e" providerId="ADAL" clId="{2A2F4E40-71C5-49CC-8EBB-DC469AE0CA50}" dt="2019-11-21T12:00:20.243" v="2169" actId="478"/>
        <pc:sldMkLst>
          <pc:docMk/>
          <pc:sldMk cId="3771768100" sldId="289"/>
        </pc:sldMkLst>
      </pc:sldChg>
      <pc:sldChg chg="del">
        <pc:chgData name="Sam O’Neil" userId="cb323814-a42a-4cfe-bc74-03f595e56f6e" providerId="ADAL" clId="{2A2F4E40-71C5-49CC-8EBB-DC469AE0CA50}" dt="2019-11-20T11:26:56.402" v="24" actId="2696"/>
        <pc:sldMkLst>
          <pc:docMk/>
          <pc:sldMk cId="1018451869" sldId="290"/>
        </pc:sldMkLst>
      </pc:sldChg>
      <pc:sldChg chg="addSp delSp modSp add">
        <pc:chgData name="Sam O’Neil" userId="cb323814-a42a-4cfe-bc74-03f595e56f6e" providerId="ADAL" clId="{2A2F4E40-71C5-49CC-8EBB-DC469AE0CA50}" dt="2019-11-21T12:02:54.074" v="2248" actId="1076"/>
        <pc:sldMkLst>
          <pc:docMk/>
          <pc:sldMk cId="1642905886" sldId="290"/>
        </pc:sldMkLst>
      </pc:sldChg>
      <pc:sldChg chg="addSp delSp modSp add">
        <pc:chgData name="Sam O’Neil" userId="cb323814-a42a-4cfe-bc74-03f595e56f6e" providerId="ADAL" clId="{2A2F4E40-71C5-49CC-8EBB-DC469AE0CA50}" dt="2019-11-21T12:06:19.508" v="2361" actId="1035"/>
        <pc:sldMkLst>
          <pc:docMk/>
          <pc:sldMk cId="3268352976" sldId="291"/>
        </pc:sldMkLst>
      </pc:sldChg>
    </pc:docChg>
  </pc:docChgLst>
  <pc:docChgLst>
    <pc:chgData name="Sam O’Neil" userId="cb323814-a42a-4cfe-bc74-03f595e56f6e" providerId="ADAL" clId="{973F1C5F-9004-480E-906C-C3C778782A27}"/>
    <pc:docChg chg="undo custSel addSld delSld modSld sldOrd">
      <pc:chgData name="Sam O’Neil" userId="cb323814-a42a-4cfe-bc74-03f595e56f6e" providerId="ADAL" clId="{973F1C5F-9004-480E-906C-C3C778782A27}" dt="2019-10-17T13:59:27.088" v="841"/>
      <pc:docMkLst>
        <pc:docMk/>
      </pc:docMkLst>
      <pc:sldChg chg="modSp modAnim">
        <pc:chgData name="Sam O’Neil" userId="cb323814-a42a-4cfe-bc74-03f595e56f6e" providerId="ADAL" clId="{973F1C5F-9004-480E-906C-C3C778782A27}" dt="2019-10-17T07:49:04.233" v="788" actId="20577"/>
        <pc:sldMkLst>
          <pc:docMk/>
          <pc:sldMk cId="3960105888" sldId="262"/>
        </pc:sldMkLst>
      </pc:sldChg>
      <pc:sldChg chg="modSp modAnim">
        <pc:chgData name="Sam O’Neil" userId="cb323814-a42a-4cfe-bc74-03f595e56f6e" providerId="ADAL" clId="{973F1C5F-9004-480E-906C-C3C778782A27}" dt="2019-10-17T07:49:09.570" v="789" actId="20577"/>
        <pc:sldMkLst>
          <pc:docMk/>
          <pc:sldMk cId="51033217" sldId="263"/>
        </pc:sldMkLst>
      </pc:sldChg>
      <pc:sldChg chg="addSp modSp modAnim">
        <pc:chgData name="Sam O’Neil" userId="cb323814-a42a-4cfe-bc74-03f595e56f6e" providerId="ADAL" clId="{973F1C5F-9004-480E-906C-C3C778782A27}" dt="2019-10-17T07:45:24.991" v="772"/>
        <pc:sldMkLst>
          <pc:docMk/>
          <pc:sldMk cId="3842128786" sldId="264"/>
        </pc:sldMkLst>
      </pc:sldChg>
      <pc:sldChg chg="addSp modSp add">
        <pc:chgData name="Sam O’Neil" userId="cb323814-a42a-4cfe-bc74-03f595e56f6e" providerId="ADAL" clId="{973F1C5F-9004-480E-906C-C3C778782A27}" dt="2019-10-17T07:56:06.593" v="815" actId="207"/>
        <pc:sldMkLst>
          <pc:docMk/>
          <pc:sldMk cId="674261045" sldId="274"/>
        </pc:sldMkLst>
      </pc:sldChg>
      <pc:sldChg chg="add">
        <pc:chgData name="Sam O’Neil" userId="cb323814-a42a-4cfe-bc74-03f595e56f6e" providerId="ADAL" clId="{973F1C5F-9004-480E-906C-C3C778782A27}" dt="2019-10-17T07:46:53.451" v="778"/>
        <pc:sldMkLst>
          <pc:docMk/>
          <pc:sldMk cId="1361163114" sldId="279"/>
        </pc:sldMkLst>
      </pc:sldChg>
      <pc:sldChg chg="del ord">
        <pc:chgData name="Sam O’Neil" userId="cb323814-a42a-4cfe-bc74-03f595e56f6e" providerId="ADAL" clId="{973F1C5F-9004-480E-906C-C3C778782A27}" dt="2019-10-17T07:46:46.773" v="775" actId="2696"/>
        <pc:sldMkLst>
          <pc:docMk/>
          <pc:sldMk cId="4287816193" sldId="279"/>
        </pc:sldMkLst>
      </pc:sldChg>
      <pc:sldChg chg="addSp add">
        <pc:chgData name="Sam O’Neil" userId="cb323814-a42a-4cfe-bc74-03f595e56f6e" providerId="ADAL" clId="{973F1C5F-9004-480E-906C-C3C778782A27}" dt="2019-10-17T13:59:27.088" v="841"/>
        <pc:sldMkLst>
          <pc:docMk/>
          <pc:sldMk cId="512827178" sldId="281"/>
        </pc:sldMkLst>
      </pc:sldChg>
      <pc:sldChg chg="del">
        <pc:chgData name="Sam O’Neil" userId="cb323814-a42a-4cfe-bc74-03f595e56f6e" providerId="ADAL" clId="{973F1C5F-9004-480E-906C-C3C778782A27}" dt="2019-10-17T07:46:46.955" v="776" actId="2696"/>
        <pc:sldMkLst>
          <pc:docMk/>
          <pc:sldMk cId="2837434748" sldId="281"/>
        </pc:sldMkLst>
      </pc:sldChg>
      <pc:sldChg chg="addSp delSp modSp add">
        <pc:chgData name="Sam O’Neil" userId="cb323814-a42a-4cfe-bc74-03f595e56f6e" providerId="ADAL" clId="{973F1C5F-9004-480E-906C-C3C778782A27}" dt="2019-10-17T13:59:27.088" v="841"/>
        <pc:sldMkLst>
          <pc:docMk/>
          <pc:sldMk cId="643845886" sldId="282"/>
        </pc:sldMkLst>
      </pc:sldChg>
      <pc:sldChg chg="del">
        <pc:chgData name="Sam O’Neil" userId="cb323814-a42a-4cfe-bc74-03f595e56f6e" providerId="ADAL" clId="{973F1C5F-9004-480E-906C-C3C778782A27}" dt="2019-10-17T07:46:47.310" v="777" actId="2696"/>
        <pc:sldMkLst>
          <pc:docMk/>
          <pc:sldMk cId="4041463408" sldId="282"/>
        </pc:sldMkLst>
      </pc:sldChg>
      <pc:sldChg chg="addSp add">
        <pc:chgData name="Sam O’Neil" userId="cb323814-a42a-4cfe-bc74-03f595e56f6e" providerId="ADAL" clId="{973F1C5F-9004-480E-906C-C3C778782A27}" dt="2019-10-17T13:59:27.088" v="841"/>
        <pc:sldMkLst>
          <pc:docMk/>
          <pc:sldMk cId="1096814727" sldId="283"/>
        </pc:sldMkLst>
      </pc:sldChg>
      <pc:sldChg chg="modSp del">
        <pc:chgData name="Sam O’Neil" userId="cb323814-a42a-4cfe-bc74-03f595e56f6e" providerId="ADAL" clId="{973F1C5F-9004-480E-906C-C3C778782A27}" dt="2019-10-17T07:59:03.930" v="832" actId="2696"/>
        <pc:sldMkLst>
          <pc:docMk/>
          <pc:sldMk cId="2626648090" sldId="283"/>
        </pc:sldMkLst>
      </pc:sldChg>
      <pc:sldChg chg="modSp">
        <pc:chgData name="Sam O’Neil" userId="cb323814-a42a-4cfe-bc74-03f595e56f6e" providerId="ADAL" clId="{973F1C5F-9004-480E-906C-C3C778782A27}" dt="2019-10-15T20:48:04.286" v="556" actId="20577"/>
        <pc:sldMkLst>
          <pc:docMk/>
          <pc:sldMk cId="293032854" sldId="284"/>
        </pc:sldMkLst>
      </pc:sldChg>
      <pc:sldChg chg="addSp modSp">
        <pc:chgData name="Sam O’Neil" userId="cb323814-a42a-4cfe-bc74-03f595e56f6e" providerId="ADAL" clId="{973F1C5F-9004-480E-906C-C3C778782A27}" dt="2019-10-15T21:10:51.063" v="581" actId="1076"/>
        <pc:sldMkLst>
          <pc:docMk/>
          <pc:sldMk cId="2030408796" sldId="285"/>
        </pc:sldMkLst>
      </pc:sldChg>
      <pc:sldChg chg="modSp">
        <pc:chgData name="Sam O’Neil" userId="cb323814-a42a-4cfe-bc74-03f595e56f6e" providerId="ADAL" clId="{973F1C5F-9004-480E-906C-C3C778782A27}" dt="2019-10-15T21:13:35.536" v="706" actId="20577"/>
        <pc:sldMkLst>
          <pc:docMk/>
          <pc:sldMk cId="3477283215" sldId="286"/>
        </pc:sldMkLst>
      </pc:sldChg>
      <pc:sldChg chg="addSp delSp modSp modAnim">
        <pc:chgData name="Sam O’Neil" userId="cb323814-a42a-4cfe-bc74-03f595e56f6e" providerId="ADAL" clId="{973F1C5F-9004-480E-906C-C3C778782A27}" dt="2019-10-17T07:54:10.430" v="804" actId="20577"/>
        <pc:sldMkLst>
          <pc:docMk/>
          <pc:sldMk cId="1919647061" sldId="287"/>
        </pc:sldMkLst>
      </pc:sldChg>
      <pc:sldChg chg="addSp delSp modSp modAnim">
        <pc:chgData name="Sam O’Neil" userId="cb323814-a42a-4cfe-bc74-03f595e56f6e" providerId="ADAL" clId="{973F1C5F-9004-480E-906C-C3C778782A27}" dt="2019-10-15T20:30:38.926" v="467" actId="20577"/>
        <pc:sldMkLst>
          <pc:docMk/>
          <pc:sldMk cId="230708497" sldId="288"/>
        </pc:sldMkLst>
      </pc:sldChg>
      <pc:sldChg chg="addSp delSp modSp add delAnim modAnim">
        <pc:chgData name="Sam O’Neil" userId="cb323814-a42a-4cfe-bc74-03f595e56f6e" providerId="ADAL" clId="{973F1C5F-9004-480E-906C-C3C778782A27}" dt="2019-10-17T07:54:33.209" v="811" actId="20577"/>
        <pc:sldMkLst>
          <pc:docMk/>
          <pc:sldMk cId="1051920825" sldId="289"/>
        </pc:sldMkLst>
      </pc:sldChg>
      <pc:sldChg chg="addSp delSp modSp add delAnim">
        <pc:chgData name="Sam O’Neil" userId="cb323814-a42a-4cfe-bc74-03f595e56f6e" providerId="ADAL" clId="{973F1C5F-9004-480E-906C-C3C778782A27}" dt="2019-10-15T20:25:06.428" v="396" actId="1076"/>
        <pc:sldMkLst>
          <pc:docMk/>
          <pc:sldMk cId="2658666563" sldId="290"/>
        </pc:sldMkLst>
      </pc:sldChg>
      <pc:sldChg chg="addSp delSp modSp add">
        <pc:chgData name="Sam O’Neil" userId="cb323814-a42a-4cfe-bc74-03f595e56f6e" providerId="ADAL" clId="{973F1C5F-9004-480E-906C-C3C778782A27}" dt="2019-10-15T20:37:49.857" v="542" actId="1076"/>
        <pc:sldMkLst>
          <pc:docMk/>
          <pc:sldMk cId="2933514211" sldId="291"/>
        </pc:sldMkLst>
      </pc:sldChg>
      <pc:sldChg chg="addSp delSp modSp add">
        <pc:chgData name="Sam O’Neil" userId="cb323814-a42a-4cfe-bc74-03f595e56f6e" providerId="ADAL" clId="{973F1C5F-9004-480E-906C-C3C778782A27}" dt="2019-10-15T20:35:17.750" v="530" actId="115"/>
        <pc:sldMkLst>
          <pc:docMk/>
          <pc:sldMk cId="3558409356" sldId="292"/>
        </pc:sldMkLst>
      </pc:sldChg>
      <pc:sldChg chg="modSp modAnim">
        <pc:chgData name="Sam O’Neil" userId="cb323814-a42a-4cfe-bc74-03f595e56f6e" providerId="ADAL" clId="{973F1C5F-9004-480E-906C-C3C778782A27}" dt="2019-10-17T07:48:54.894" v="786" actId="20577"/>
        <pc:sldMkLst>
          <pc:docMk/>
          <pc:sldMk cId="3909865725" sldId="293"/>
        </pc:sldMkLst>
      </pc:sldChg>
      <pc:sldChg chg="modSp modAnim">
        <pc:chgData name="Sam O’Neil" userId="cb323814-a42a-4cfe-bc74-03f595e56f6e" providerId="ADAL" clId="{973F1C5F-9004-480E-906C-C3C778782A27}" dt="2019-10-17T07:49:00.442" v="787" actId="20577"/>
        <pc:sldMkLst>
          <pc:docMk/>
          <pc:sldMk cId="3504010382" sldId="294"/>
        </pc:sldMkLst>
      </pc:sldChg>
      <pc:sldChg chg="addSp delSp modSp add">
        <pc:chgData name="Sam O’Neil" userId="cb323814-a42a-4cfe-bc74-03f595e56f6e" providerId="ADAL" clId="{973F1C5F-9004-480E-906C-C3C778782A27}" dt="2019-10-17T08:00:05.373" v="840" actId="1076"/>
        <pc:sldMkLst>
          <pc:docMk/>
          <pc:sldMk cId="918005165" sldId="295"/>
        </pc:sldMkLst>
      </pc:sldChg>
    </pc:docChg>
  </pc:docChgLst>
  <pc:docChgLst>
    <pc:chgData name="Sam O'Neill" userId="cb323814-a42a-4cfe-bc74-03f595e56f6e" providerId="ADAL" clId="{17ADD47D-E5AE-440A-99C5-4F3DA05BBA04}"/>
    <pc:docChg chg="undo custSel addSld delSld modSld">
      <pc:chgData name="Sam O'Neill" userId="cb323814-a42a-4cfe-bc74-03f595e56f6e" providerId="ADAL" clId="{17ADD47D-E5AE-440A-99C5-4F3DA05BBA04}" dt="2025-11-13T12:00:46.553" v="322" actId="113"/>
      <pc:docMkLst>
        <pc:docMk/>
      </pc:docMkLst>
      <pc:sldChg chg="del">
        <pc:chgData name="Sam O'Neill" userId="cb323814-a42a-4cfe-bc74-03f595e56f6e" providerId="ADAL" clId="{17ADD47D-E5AE-440A-99C5-4F3DA05BBA04}" dt="2025-11-12T10:47:38.268" v="1" actId="47"/>
        <pc:sldMkLst>
          <pc:docMk/>
          <pc:sldMk cId="3769471408" sldId="330"/>
        </pc:sldMkLst>
      </pc:sldChg>
      <pc:sldChg chg="modSp">
        <pc:chgData name="Sam O'Neill" userId="cb323814-a42a-4cfe-bc74-03f595e56f6e" providerId="ADAL" clId="{17ADD47D-E5AE-440A-99C5-4F3DA05BBA04}" dt="2025-11-13T12:00:46.553" v="322" actId="113"/>
        <pc:sldMkLst>
          <pc:docMk/>
          <pc:sldMk cId="3372701972" sldId="332"/>
        </pc:sldMkLst>
        <pc:spChg chg="mod">
          <ac:chgData name="Sam O'Neill" userId="cb323814-a42a-4cfe-bc74-03f595e56f6e" providerId="ADAL" clId="{17ADD47D-E5AE-440A-99C5-4F3DA05BBA04}" dt="2025-11-13T12:00:46.553" v="322" actId="113"/>
          <ac:spMkLst>
            <pc:docMk/>
            <pc:sldMk cId="3372701972" sldId="332"/>
            <ac:spMk id="41" creationId="{C14A0838-F628-458D-8D91-0A95C51199DA}"/>
          </ac:spMkLst>
        </pc:spChg>
      </pc:sldChg>
      <pc:sldChg chg="del">
        <pc:chgData name="Sam O'Neill" userId="cb323814-a42a-4cfe-bc74-03f595e56f6e" providerId="ADAL" clId="{17ADD47D-E5AE-440A-99C5-4F3DA05BBA04}" dt="2025-11-12T10:47:38.268" v="1" actId="47"/>
        <pc:sldMkLst>
          <pc:docMk/>
          <pc:sldMk cId="3470467097" sldId="337"/>
        </pc:sldMkLst>
      </pc:sldChg>
      <pc:sldChg chg="del">
        <pc:chgData name="Sam O'Neill" userId="cb323814-a42a-4cfe-bc74-03f595e56f6e" providerId="ADAL" clId="{17ADD47D-E5AE-440A-99C5-4F3DA05BBA04}" dt="2025-11-13T10:42:39.932" v="260" actId="47"/>
        <pc:sldMkLst>
          <pc:docMk/>
          <pc:sldMk cId="1107265482" sldId="349"/>
        </pc:sldMkLst>
      </pc:sldChg>
      <pc:sldChg chg="modSp">
        <pc:chgData name="Sam O'Neill" userId="cb323814-a42a-4cfe-bc74-03f595e56f6e" providerId="ADAL" clId="{17ADD47D-E5AE-440A-99C5-4F3DA05BBA04}" dt="2025-11-13T10:45:01.803" v="286" actId="20577"/>
        <pc:sldMkLst>
          <pc:docMk/>
          <pc:sldMk cId="2529980565" sldId="351"/>
        </pc:sldMkLst>
        <pc:spChg chg="mod">
          <ac:chgData name="Sam O'Neill" userId="cb323814-a42a-4cfe-bc74-03f595e56f6e" providerId="ADAL" clId="{17ADD47D-E5AE-440A-99C5-4F3DA05BBA04}" dt="2025-11-13T10:45:01.803" v="286" actId="20577"/>
          <ac:spMkLst>
            <pc:docMk/>
            <pc:sldMk cId="2529980565" sldId="351"/>
            <ac:spMk id="41" creationId="{C14A0838-F628-458D-8D91-0A95C51199DA}"/>
          </ac:spMkLst>
        </pc:spChg>
      </pc:sldChg>
      <pc:sldChg chg="del">
        <pc:chgData name="Sam O'Neill" userId="cb323814-a42a-4cfe-bc74-03f595e56f6e" providerId="ADAL" clId="{17ADD47D-E5AE-440A-99C5-4F3DA05BBA04}" dt="2025-11-12T10:46:26.842" v="0" actId="2696"/>
        <pc:sldMkLst>
          <pc:docMk/>
          <pc:sldMk cId="1636239039" sldId="362"/>
        </pc:sldMkLst>
      </pc:sldChg>
      <pc:sldChg chg="add">
        <pc:chgData name="Sam O'Neill" userId="cb323814-a42a-4cfe-bc74-03f595e56f6e" providerId="ADAL" clId="{17ADD47D-E5AE-440A-99C5-4F3DA05BBA04}" dt="2025-11-12T10:47:46.093" v="2"/>
        <pc:sldMkLst>
          <pc:docMk/>
          <pc:sldMk cId="4245482853" sldId="362"/>
        </pc:sldMkLst>
      </pc:sldChg>
      <pc:sldChg chg="addSp delSp modSp new del mod modClrScheme chgLayout">
        <pc:chgData name="Sam O'Neill" userId="cb323814-a42a-4cfe-bc74-03f595e56f6e" providerId="ADAL" clId="{17ADD47D-E5AE-440A-99C5-4F3DA05BBA04}" dt="2025-11-13T10:41:29.442" v="259" actId="47"/>
        <pc:sldMkLst>
          <pc:docMk/>
          <pc:sldMk cId="3074908187" sldId="364"/>
        </pc:sldMkLst>
        <pc:spChg chg="del">
          <ac:chgData name="Sam O'Neill" userId="cb323814-a42a-4cfe-bc74-03f595e56f6e" providerId="ADAL" clId="{17ADD47D-E5AE-440A-99C5-4F3DA05BBA04}" dt="2025-11-12T10:48:02.191" v="4" actId="6264"/>
          <ac:spMkLst>
            <pc:docMk/>
            <pc:sldMk cId="3074908187" sldId="364"/>
            <ac:spMk id="2" creationId="{C02F6655-BDEF-8BA3-A5B1-0414C7F0AA76}"/>
          </ac:spMkLst>
        </pc:spChg>
        <pc:spChg chg="del">
          <ac:chgData name="Sam O'Neill" userId="cb323814-a42a-4cfe-bc74-03f595e56f6e" providerId="ADAL" clId="{17ADD47D-E5AE-440A-99C5-4F3DA05BBA04}" dt="2025-11-12T10:48:02.191" v="4" actId="6264"/>
          <ac:spMkLst>
            <pc:docMk/>
            <pc:sldMk cId="3074908187" sldId="364"/>
            <ac:spMk id="3" creationId="{AD5C6FD9-24A3-AC09-C5CF-3E8ECB30DEB7}"/>
          </ac:spMkLst>
        </pc:spChg>
        <pc:spChg chg="add del mod ord">
          <ac:chgData name="Sam O'Neill" userId="cb323814-a42a-4cfe-bc74-03f595e56f6e" providerId="ADAL" clId="{17ADD47D-E5AE-440A-99C5-4F3DA05BBA04}" dt="2025-11-12T10:48:06.019" v="5" actId="700"/>
          <ac:spMkLst>
            <pc:docMk/>
            <pc:sldMk cId="3074908187" sldId="364"/>
            <ac:spMk id="4" creationId="{6F705553-5751-1382-9C3A-C643A291B28C}"/>
          </ac:spMkLst>
        </pc:spChg>
        <pc:spChg chg="add del mod ord">
          <ac:chgData name="Sam O'Neill" userId="cb323814-a42a-4cfe-bc74-03f595e56f6e" providerId="ADAL" clId="{17ADD47D-E5AE-440A-99C5-4F3DA05BBA04}" dt="2025-11-12T10:48:06.019" v="5" actId="700"/>
          <ac:spMkLst>
            <pc:docMk/>
            <pc:sldMk cId="3074908187" sldId="364"/>
            <ac:spMk id="5" creationId="{CD048E32-8436-1DF4-FDAA-45DF014610FD}"/>
          </ac:spMkLst>
        </pc:spChg>
        <pc:spChg chg="add mod ord">
          <ac:chgData name="Sam O'Neill" userId="cb323814-a42a-4cfe-bc74-03f595e56f6e" providerId="ADAL" clId="{17ADD47D-E5AE-440A-99C5-4F3DA05BBA04}" dt="2025-11-12T10:48:12.212" v="28" actId="20577"/>
          <ac:spMkLst>
            <pc:docMk/>
            <pc:sldMk cId="3074908187" sldId="364"/>
            <ac:spMk id="6" creationId="{4ADCCE1D-BC9A-52CD-A2DC-2EB8BEA45610}"/>
          </ac:spMkLst>
        </pc:spChg>
        <pc:spChg chg="add mod ord">
          <ac:chgData name="Sam O'Neill" userId="cb323814-a42a-4cfe-bc74-03f595e56f6e" providerId="ADAL" clId="{17ADD47D-E5AE-440A-99C5-4F3DA05BBA04}" dt="2025-11-12T10:48:06.019" v="5" actId="700"/>
          <ac:spMkLst>
            <pc:docMk/>
            <pc:sldMk cId="3074908187" sldId="364"/>
            <ac:spMk id="7" creationId="{585DED21-BD62-7A60-C869-31B093228AC5}"/>
          </ac:spMkLst>
        </pc:spChg>
      </pc:sldChg>
      <pc:sldChg chg="addSp delSp modSp new del mod setBg">
        <pc:chgData name="Sam O'Neill" userId="cb323814-a42a-4cfe-bc74-03f595e56f6e" providerId="ADAL" clId="{17ADD47D-E5AE-440A-99C5-4F3DA05BBA04}" dt="2025-11-13T10:41:29.442" v="259" actId="47"/>
        <pc:sldMkLst>
          <pc:docMk/>
          <pc:sldMk cId="172122978" sldId="365"/>
        </pc:sldMkLst>
        <pc:spChg chg="del">
          <ac:chgData name="Sam O'Neill" userId="cb323814-a42a-4cfe-bc74-03f595e56f6e" providerId="ADAL" clId="{17ADD47D-E5AE-440A-99C5-4F3DA05BBA04}" dt="2025-11-12T10:48:49.124" v="31" actId="26606"/>
          <ac:spMkLst>
            <pc:docMk/>
            <pc:sldMk cId="172122978" sldId="365"/>
            <ac:spMk id="2" creationId="{0D6A84BD-408F-B55C-BD18-C6342F83199C}"/>
          </ac:spMkLst>
        </pc:spChg>
        <pc:spChg chg="del">
          <ac:chgData name="Sam O'Neill" userId="cb323814-a42a-4cfe-bc74-03f595e56f6e" providerId="ADAL" clId="{17ADD47D-E5AE-440A-99C5-4F3DA05BBA04}" dt="2025-11-12T10:48:49.124" v="31" actId="26606"/>
          <ac:spMkLst>
            <pc:docMk/>
            <pc:sldMk cId="172122978" sldId="365"/>
            <ac:spMk id="3" creationId="{1603DED3-72AE-29B7-DB02-232B3024929B}"/>
          </ac:spMkLst>
        </pc:spChg>
        <pc:picChg chg="add mod">
          <ac:chgData name="Sam O'Neill" userId="cb323814-a42a-4cfe-bc74-03f595e56f6e" providerId="ADAL" clId="{17ADD47D-E5AE-440A-99C5-4F3DA05BBA04}" dt="2025-11-12T10:48:49.124" v="31" actId="26606"/>
          <ac:picMkLst>
            <pc:docMk/>
            <pc:sldMk cId="172122978" sldId="365"/>
            <ac:picMk id="5" creationId="{FC49DD56-91EC-C1AF-9BDE-93FF062C2B22}"/>
          </ac:picMkLst>
        </pc:picChg>
      </pc:sldChg>
      <pc:sldChg chg="addSp delSp modSp new del mod setBg">
        <pc:chgData name="Sam O'Neill" userId="cb323814-a42a-4cfe-bc74-03f595e56f6e" providerId="ADAL" clId="{17ADD47D-E5AE-440A-99C5-4F3DA05BBA04}" dt="2025-11-13T10:41:29.442" v="259" actId="47"/>
        <pc:sldMkLst>
          <pc:docMk/>
          <pc:sldMk cId="3143768955" sldId="366"/>
        </pc:sldMkLst>
        <pc:spChg chg="del">
          <ac:chgData name="Sam O'Neill" userId="cb323814-a42a-4cfe-bc74-03f595e56f6e" providerId="ADAL" clId="{17ADD47D-E5AE-440A-99C5-4F3DA05BBA04}" dt="2025-11-12T10:49:21.858" v="34" actId="26606"/>
          <ac:spMkLst>
            <pc:docMk/>
            <pc:sldMk cId="3143768955" sldId="366"/>
            <ac:spMk id="2" creationId="{C6DC58E1-C1CF-42A1-A47B-F9E45FC40267}"/>
          </ac:spMkLst>
        </pc:spChg>
        <pc:spChg chg="del">
          <ac:chgData name="Sam O'Neill" userId="cb323814-a42a-4cfe-bc74-03f595e56f6e" providerId="ADAL" clId="{17ADD47D-E5AE-440A-99C5-4F3DA05BBA04}" dt="2025-11-12T10:49:21.858" v="34" actId="26606"/>
          <ac:spMkLst>
            <pc:docMk/>
            <pc:sldMk cId="3143768955" sldId="366"/>
            <ac:spMk id="3" creationId="{543138C1-36CC-5C96-B8B3-1360E29F19ED}"/>
          </ac:spMkLst>
        </pc:spChg>
        <pc:picChg chg="add mod">
          <ac:chgData name="Sam O'Neill" userId="cb323814-a42a-4cfe-bc74-03f595e56f6e" providerId="ADAL" clId="{17ADD47D-E5AE-440A-99C5-4F3DA05BBA04}" dt="2025-11-12T10:49:21.858" v="34" actId="26606"/>
          <ac:picMkLst>
            <pc:docMk/>
            <pc:sldMk cId="3143768955" sldId="366"/>
            <ac:picMk id="5" creationId="{58AFD045-EFED-8B56-3FD4-2F7950680551}"/>
          </ac:picMkLst>
        </pc:picChg>
      </pc:sldChg>
      <pc:sldChg chg="addSp delSp modSp new del mod setBg">
        <pc:chgData name="Sam O'Neill" userId="cb323814-a42a-4cfe-bc74-03f595e56f6e" providerId="ADAL" clId="{17ADD47D-E5AE-440A-99C5-4F3DA05BBA04}" dt="2025-11-13T10:41:29.442" v="259" actId="47"/>
        <pc:sldMkLst>
          <pc:docMk/>
          <pc:sldMk cId="1818193266" sldId="367"/>
        </pc:sldMkLst>
        <pc:spChg chg="del">
          <ac:chgData name="Sam O'Neill" userId="cb323814-a42a-4cfe-bc74-03f595e56f6e" providerId="ADAL" clId="{17ADD47D-E5AE-440A-99C5-4F3DA05BBA04}" dt="2025-11-12T10:50:49.351" v="37" actId="26606"/>
          <ac:spMkLst>
            <pc:docMk/>
            <pc:sldMk cId="1818193266" sldId="367"/>
            <ac:spMk id="2" creationId="{F6372694-299F-AF74-F936-7E073EF154DA}"/>
          </ac:spMkLst>
        </pc:spChg>
        <pc:spChg chg="del">
          <ac:chgData name="Sam O'Neill" userId="cb323814-a42a-4cfe-bc74-03f595e56f6e" providerId="ADAL" clId="{17ADD47D-E5AE-440A-99C5-4F3DA05BBA04}" dt="2025-11-12T10:50:49.351" v="37" actId="26606"/>
          <ac:spMkLst>
            <pc:docMk/>
            <pc:sldMk cId="1818193266" sldId="367"/>
            <ac:spMk id="3" creationId="{E3A607E0-A970-6CDC-FC01-4227AAC02926}"/>
          </ac:spMkLst>
        </pc:spChg>
        <pc:spChg chg="add mod">
          <ac:chgData name="Sam O'Neill" userId="cb323814-a42a-4cfe-bc74-03f595e56f6e" providerId="ADAL" clId="{17ADD47D-E5AE-440A-99C5-4F3DA05BBA04}" dt="2025-11-12T11:24:01.015" v="250" actId="20577"/>
          <ac:spMkLst>
            <pc:docMk/>
            <pc:sldMk cId="1818193266" sldId="367"/>
            <ac:spMk id="9" creationId="{6C17DCEB-F511-3CA3-AE69-3A01438DD74A}"/>
          </ac:spMkLst>
        </pc:spChg>
        <pc:picChg chg="add del mod">
          <ac:chgData name="Sam O'Neill" userId="cb323814-a42a-4cfe-bc74-03f595e56f6e" providerId="ADAL" clId="{17ADD47D-E5AE-440A-99C5-4F3DA05BBA04}" dt="2025-11-12T10:53:09.176" v="41" actId="478"/>
          <ac:picMkLst>
            <pc:docMk/>
            <pc:sldMk cId="1818193266" sldId="367"/>
            <ac:picMk id="5" creationId="{B939C0CE-7A2F-2E27-0EA5-4EDB10E89772}"/>
          </ac:picMkLst>
        </pc:picChg>
        <pc:picChg chg="add del mod">
          <ac:chgData name="Sam O'Neill" userId="cb323814-a42a-4cfe-bc74-03f595e56f6e" providerId="ADAL" clId="{17ADD47D-E5AE-440A-99C5-4F3DA05BBA04}" dt="2025-11-12T11:23:57.260" v="246" actId="1035"/>
          <ac:picMkLst>
            <pc:docMk/>
            <pc:sldMk cId="1818193266" sldId="367"/>
            <ac:picMk id="7" creationId="{27C905B3-B852-91F4-12D6-D2A958B05C65}"/>
          </ac:picMkLst>
        </pc:picChg>
        <pc:picChg chg="add del mod">
          <ac:chgData name="Sam O'Neill" userId="cb323814-a42a-4cfe-bc74-03f595e56f6e" providerId="ADAL" clId="{17ADD47D-E5AE-440A-99C5-4F3DA05BBA04}" dt="2025-11-12T11:22:15.419" v="203" actId="478"/>
          <ac:picMkLst>
            <pc:docMk/>
            <pc:sldMk cId="1818193266" sldId="367"/>
            <ac:picMk id="11" creationId="{40A482E4-7546-5E40-2C46-41DFA8040A2A}"/>
          </ac:picMkLst>
        </pc:picChg>
        <pc:picChg chg="add del mod">
          <ac:chgData name="Sam O'Neill" userId="cb323814-a42a-4cfe-bc74-03f595e56f6e" providerId="ADAL" clId="{17ADD47D-E5AE-440A-99C5-4F3DA05BBA04}" dt="2025-11-12T11:23:57.260" v="246" actId="1035"/>
          <ac:picMkLst>
            <pc:docMk/>
            <pc:sldMk cId="1818193266" sldId="367"/>
            <ac:picMk id="13" creationId="{92317C07-B6C7-E872-8136-77EC3ED9C507}"/>
          </ac:picMkLst>
        </pc:picChg>
        <pc:picChg chg="add del mod">
          <ac:chgData name="Sam O'Neill" userId="cb323814-a42a-4cfe-bc74-03f595e56f6e" providerId="ADAL" clId="{17ADD47D-E5AE-440A-99C5-4F3DA05BBA04}" dt="2025-11-12T11:23:41.606" v="220" actId="478"/>
          <ac:picMkLst>
            <pc:docMk/>
            <pc:sldMk cId="1818193266" sldId="367"/>
            <ac:picMk id="15" creationId="{556998EB-02F2-D834-A211-FC06580C1740}"/>
          </ac:picMkLst>
        </pc:picChg>
        <pc:picChg chg="add mod">
          <ac:chgData name="Sam O'Neill" userId="cb323814-a42a-4cfe-bc74-03f595e56f6e" providerId="ADAL" clId="{17ADD47D-E5AE-440A-99C5-4F3DA05BBA04}" dt="2025-11-12T11:23:49.912" v="224" actId="1076"/>
          <ac:picMkLst>
            <pc:docMk/>
            <pc:sldMk cId="1818193266" sldId="367"/>
            <ac:picMk id="17" creationId="{93ADF0B8-123D-20C9-0E14-458F452B4917}"/>
          </ac:picMkLst>
        </pc:picChg>
      </pc:sldChg>
      <pc:sldChg chg="addSp delSp modSp new del mod">
        <pc:chgData name="Sam O'Neill" userId="cb323814-a42a-4cfe-bc74-03f595e56f6e" providerId="ADAL" clId="{17ADD47D-E5AE-440A-99C5-4F3DA05BBA04}" dt="2025-11-13T10:41:29.442" v="259" actId="47"/>
        <pc:sldMkLst>
          <pc:docMk/>
          <pc:sldMk cId="1825699998" sldId="368"/>
        </pc:sldMkLst>
        <pc:spChg chg="mod">
          <ac:chgData name="Sam O'Neill" userId="cb323814-a42a-4cfe-bc74-03f595e56f6e" providerId="ADAL" clId="{17ADD47D-E5AE-440A-99C5-4F3DA05BBA04}" dt="2025-11-12T11:03:44.476" v="103"/>
          <ac:spMkLst>
            <pc:docMk/>
            <pc:sldMk cId="1825699998" sldId="368"/>
            <ac:spMk id="3" creationId="{99A1E602-65BF-C875-D0A0-9A4EEE7A6B8F}"/>
          </ac:spMkLst>
        </pc:spChg>
        <pc:spChg chg="add del mod">
          <ac:chgData name="Sam O'Neill" userId="cb323814-a42a-4cfe-bc74-03f595e56f6e" providerId="ADAL" clId="{17ADD47D-E5AE-440A-99C5-4F3DA05BBA04}" dt="2025-11-12T11:24:26.858" v="252" actId="478"/>
          <ac:spMkLst>
            <pc:docMk/>
            <pc:sldMk cId="1825699998" sldId="368"/>
            <ac:spMk id="6" creationId="{059EAFDD-6618-B44E-AA55-0A50C728578A}"/>
          </ac:spMkLst>
        </pc:spChg>
        <pc:spChg chg="add del mod">
          <ac:chgData name="Sam O'Neill" userId="cb323814-a42a-4cfe-bc74-03f595e56f6e" providerId="ADAL" clId="{17ADD47D-E5AE-440A-99C5-4F3DA05BBA04}" dt="2025-11-12T11:24:28.692" v="253" actId="478"/>
          <ac:spMkLst>
            <pc:docMk/>
            <pc:sldMk cId="1825699998" sldId="368"/>
            <ac:spMk id="8" creationId="{5A3CBFEB-3BFE-ABDB-1972-EF5D02C2F74E}"/>
          </ac:spMkLst>
        </pc:spChg>
        <pc:picChg chg="add del mod">
          <ac:chgData name="Sam O'Neill" userId="cb323814-a42a-4cfe-bc74-03f595e56f6e" providerId="ADAL" clId="{17ADD47D-E5AE-440A-99C5-4F3DA05BBA04}" dt="2025-11-12T11:24:23.816" v="251" actId="478"/>
          <ac:picMkLst>
            <pc:docMk/>
            <pc:sldMk cId="1825699998" sldId="368"/>
            <ac:picMk id="5" creationId="{1D072406-E05A-496E-8A43-731E5CE9FFB3}"/>
          </ac:picMkLst>
        </pc:picChg>
        <pc:picChg chg="add del">
          <ac:chgData name="Sam O'Neill" userId="cb323814-a42a-4cfe-bc74-03f595e56f6e" providerId="ADAL" clId="{17ADD47D-E5AE-440A-99C5-4F3DA05BBA04}" dt="2025-11-12T11:24:58.295" v="255" actId="478"/>
          <ac:picMkLst>
            <pc:docMk/>
            <pc:sldMk cId="1825699998" sldId="368"/>
            <ac:picMk id="10" creationId="{A0E29311-1CED-D5C3-8974-6E7ADF6452F4}"/>
          </ac:picMkLst>
        </pc:picChg>
        <pc:picChg chg="add">
          <ac:chgData name="Sam O'Neill" userId="cb323814-a42a-4cfe-bc74-03f595e56f6e" providerId="ADAL" clId="{17ADD47D-E5AE-440A-99C5-4F3DA05BBA04}" dt="2025-11-12T11:24:58.579" v="256" actId="22"/>
          <ac:picMkLst>
            <pc:docMk/>
            <pc:sldMk cId="1825699998" sldId="368"/>
            <ac:picMk id="12" creationId="{BE105DA1-026E-6A11-F016-7A58A1BE4418}"/>
          </ac:picMkLst>
        </pc:picChg>
      </pc:sldChg>
      <pc:sldChg chg="addSp delSp modSp add del mod setBg">
        <pc:chgData name="Sam O'Neill" userId="cb323814-a42a-4cfe-bc74-03f595e56f6e" providerId="ADAL" clId="{17ADD47D-E5AE-440A-99C5-4F3DA05BBA04}" dt="2025-11-13T10:41:29.442" v="259" actId="47"/>
        <pc:sldMkLst>
          <pc:docMk/>
          <pc:sldMk cId="2514907524" sldId="369"/>
        </pc:sldMkLst>
        <pc:spChg chg="mod">
          <ac:chgData name="Sam O'Neill" userId="cb323814-a42a-4cfe-bc74-03f595e56f6e" providerId="ADAL" clId="{17ADD47D-E5AE-440A-99C5-4F3DA05BBA04}" dt="2025-11-12T11:23:19.755" v="217" actId="5793"/>
          <ac:spMkLst>
            <pc:docMk/>
            <pc:sldMk cId="2514907524" sldId="369"/>
            <ac:spMk id="9" creationId="{B3ACB6A8-16EB-A185-086B-2B2AE4F5289A}"/>
          </ac:spMkLst>
        </pc:spChg>
        <pc:picChg chg="add">
          <ac:chgData name="Sam O'Neill" userId="cb323814-a42a-4cfe-bc74-03f595e56f6e" providerId="ADAL" clId="{17ADD47D-E5AE-440A-99C5-4F3DA05BBA04}" dt="2025-11-12T11:25:30.443" v="258" actId="22"/>
          <ac:picMkLst>
            <pc:docMk/>
            <pc:sldMk cId="2514907524" sldId="369"/>
            <ac:picMk id="3" creationId="{F322AF4C-B057-2168-24DF-6D1F50BEBB72}"/>
          </ac:picMkLst>
        </pc:picChg>
        <pc:picChg chg="del">
          <ac:chgData name="Sam O'Neill" userId="cb323814-a42a-4cfe-bc74-03f595e56f6e" providerId="ADAL" clId="{17ADD47D-E5AE-440A-99C5-4F3DA05BBA04}" dt="2025-11-12T11:23:16.291" v="212" actId="478"/>
          <ac:picMkLst>
            <pc:docMk/>
            <pc:sldMk cId="2514907524" sldId="369"/>
            <ac:picMk id="7" creationId="{3B00D543-2642-F790-B0BC-31FB19CA1100}"/>
          </ac:picMkLst>
        </pc:picChg>
        <pc:picChg chg="del">
          <ac:chgData name="Sam O'Neill" userId="cb323814-a42a-4cfe-bc74-03f595e56f6e" providerId="ADAL" clId="{17ADD47D-E5AE-440A-99C5-4F3DA05BBA04}" dt="2025-11-12T11:23:16.291" v="212" actId="478"/>
          <ac:picMkLst>
            <pc:docMk/>
            <pc:sldMk cId="2514907524" sldId="369"/>
            <ac:picMk id="13" creationId="{D94E1AE0-6A30-DC06-CAFF-C328F045701C}"/>
          </ac:picMkLst>
        </pc:picChg>
        <pc:picChg chg="del mod">
          <ac:chgData name="Sam O'Neill" userId="cb323814-a42a-4cfe-bc74-03f595e56f6e" providerId="ADAL" clId="{17ADD47D-E5AE-440A-99C5-4F3DA05BBA04}" dt="2025-11-12T11:25:30.277" v="257" actId="478"/>
          <ac:picMkLst>
            <pc:docMk/>
            <pc:sldMk cId="2514907524" sldId="369"/>
            <ac:picMk id="15" creationId="{F2852288-76B0-61EF-E482-146F109635E8}"/>
          </ac:picMkLst>
        </pc:picChg>
      </pc:sldChg>
    </pc:docChg>
  </pc:docChgLst>
  <pc:docChgLst>
    <pc:chgData name="Sam O'Neill" userId="cb323814-a42a-4cfe-bc74-03f595e56f6e" providerId="ADAL" clId="{0F9FC399-0DBC-427A-8203-46D7456414E6}"/>
    <pc:docChg chg="undo redo custSel addSld delSld modSld sldOrd">
      <pc:chgData name="Sam O'Neill" userId="cb323814-a42a-4cfe-bc74-03f595e56f6e" providerId="ADAL" clId="{0F9FC399-0DBC-427A-8203-46D7456414E6}" dt="2019-10-24T10:18:24.966" v="7406" actId="20577"/>
      <pc:docMkLst>
        <pc:docMk/>
      </pc:docMkLst>
      <pc:sldChg chg="modSp">
        <pc:chgData name="Sam O'Neill" userId="cb323814-a42a-4cfe-bc74-03f595e56f6e" providerId="ADAL" clId="{0F9FC399-0DBC-427A-8203-46D7456414E6}" dt="2019-10-23T10:29:33.045" v="38" actId="404"/>
        <pc:sldMkLst>
          <pc:docMk/>
          <pc:sldMk cId="110775907" sldId="256"/>
        </pc:sldMkLst>
      </pc:sldChg>
      <pc:sldChg chg="modSp">
        <pc:chgData name="Sam O'Neill" userId="cb323814-a42a-4cfe-bc74-03f595e56f6e" providerId="ADAL" clId="{0F9FC399-0DBC-427A-8203-46D7456414E6}" dt="2019-10-24T09:25:00.892" v="6578" actId="20577"/>
        <pc:sldMkLst>
          <pc:docMk/>
          <pc:sldMk cId="2464477114" sldId="257"/>
        </pc:sldMkLst>
      </pc:sldChg>
      <pc:sldChg chg="modSp add modTransition modAnim">
        <pc:chgData name="Sam O'Neill" userId="cb323814-a42a-4cfe-bc74-03f595e56f6e" providerId="ADAL" clId="{0F9FC399-0DBC-427A-8203-46D7456414E6}" dt="2019-10-24T09:43:26.547" v="7012" actId="27636"/>
        <pc:sldMkLst>
          <pc:docMk/>
          <pc:sldMk cId="3232758689" sldId="262"/>
        </pc:sldMkLst>
      </pc:sldChg>
      <pc:sldChg chg="del">
        <pc:chgData name="Sam O'Neill" userId="cb323814-a42a-4cfe-bc74-03f595e56f6e" providerId="ADAL" clId="{0F9FC399-0DBC-427A-8203-46D7456414E6}" dt="2019-10-23T10:29:46.286" v="45" actId="2696"/>
        <pc:sldMkLst>
          <pc:docMk/>
          <pc:sldMk cId="3960105888" sldId="262"/>
        </pc:sldMkLst>
      </pc:sldChg>
      <pc:sldChg chg="del">
        <pc:chgData name="Sam O'Neill" userId="cb323814-a42a-4cfe-bc74-03f595e56f6e" providerId="ADAL" clId="{0F9FC399-0DBC-427A-8203-46D7456414E6}" dt="2019-10-23T10:29:46.570" v="46" actId="2696"/>
        <pc:sldMkLst>
          <pc:docMk/>
          <pc:sldMk cId="51033217" sldId="263"/>
        </pc:sldMkLst>
      </pc:sldChg>
      <pc:sldChg chg="modSp add ord modAnim">
        <pc:chgData name="Sam O'Neill" userId="cb323814-a42a-4cfe-bc74-03f595e56f6e" providerId="ADAL" clId="{0F9FC399-0DBC-427A-8203-46D7456414E6}" dt="2019-10-24T09:42:04.735" v="7006"/>
        <pc:sldMkLst>
          <pc:docMk/>
          <pc:sldMk cId="150829508" sldId="263"/>
        </pc:sldMkLst>
      </pc:sldChg>
      <pc:sldChg chg="addSp delSp modSp add modAnim">
        <pc:chgData name="Sam O'Neill" userId="cb323814-a42a-4cfe-bc74-03f595e56f6e" providerId="ADAL" clId="{0F9FC399-0DBC-427A-8203-46D7456414E6}" dt="2019-10-24T09:47:31.014" v="7075"/>
        <pc:sldMkLst>
          <pc:docMk/>
          <pc:sldMk cId="2285843027" sldId="264"/>
        </pc:sldMkLst>
      </pc:sldChg>
      <pc:sldChg chg="del">
        <pc:chgData name="Sam O'Neill" userId="cb323814-a42a-4cfe-bc74-03f595e56f6e" providerId="ADAL" clId="{0F9FC399-0DBC-427A-8203-46D7456414E6}" dt="2019-10-23T10:29:47.298" v="48" actId="2696"/>
        <pc:sldMkLst>
          <pc:docMk/>
          <pc:sldMk cId="3842128786" sldId="264"/>
        </pc:sldMkLst>
      </pc:sldChg>
      <pc:sldChg chg="del">
        <pc:chgData name="Sam O'Neill" userId="cb323814-a42a-4cfe-bc74-03f595e56f6e" providerId="ADAL" clId="{0F9FC399-0DBC-427A-8203-46D7456414E6}" dt="2019-10-23T10:29:47.560" v="49" actId="2696"/>
        <pc:sldMkLst>
          <pc:docMk/>
          <pc:sldMk cId="167284936" sldId="265"/>
        </pc:sldMkLst>
      </pc:sldChg>
      <pc:sldChg chg="modSp add modAnim">
        <pc:chgData name="Sam O'Neill" userId="cb323814-a42a-4cfe-bc74-03f595e56f6e" providerId="ADAL" clId="{0F9FC399-0DBC-427A-8203-46D7456414E6}" dt="2019-10-24T09:47:45.228" v="7079"/>
        <pc:sldMkLst>
          <pc:docMk/>
          <pc:sldMk cId="831952027" sldId="265"/>
        </pc:sldMkLst>
      </pc:sldChg>
      <pc:sldChg chg="modSp add ord modAnim">
        <pc:chgData name="Sam O'Neill" userId="cb323814-a42a-4cfe-bc74-03f595e56f6e" providerId="ADAL" clId="{0F9FC399-0DBC-427A-8203-46D7456414E6}" dt="2019-10-24T10:00:13.327" v="7259" actId="20577"/>
        <pc:sldMkLst>
          <pc:docMk/>
          <pc:sldMk cId="1860941994" sldId="266"/>
        </pc:sldMkLst>
      </pc:sldChg>
      <pc:sldChg chg="del">
        <pc:chgData name="Sam O'Neill" userId="cb323814-a42a-4cfe-bc74-03f595e56f6e" providerId="ADAL" clId="{0F9FC399-0DBC-427A-8203-46D7456414E6}" dt="2019-10-23T10:29:47.889" v="50" actId="2696"/>
        <pc:sldMkLst>
          <pc:docMk/>
          <pc:sldMk cId="3556650311" sldId="266"/>
        </pc:sldMkLst>
      </pc:sldChg>
      <pc:sldChg chg="addSp delSp modSp add modAnim">
        <pc:chgData name="Sam O'Neill" userId="cb323814-a42a-4cfe-bc74-03f595e56f6e" providerId="ADAL" clId="{0F9FC399-0DBC-427A-8203-46D7456414E6}" dt="2019-10-24T10:01:39.140" v="7263" actId="20577"/>
        <pc:sldMkLst>
          <pc:docMk/>
          <pc:sldMk cId="1032488404" sldId="267"/>
        </pc:sldMkLst>
      </pc:sldChg>
      <pc:sldChg chg="modSp add modAnim">
        <pc:chgData name="Sam O'Neill" userId="cb323814-a42a-4cfe-bc74-03f595e56f6e" providerId="ADAL" clId="{0F9FC399-0DBC-427A-8203-46D7456414E6}" dt="2019-10-24T09:57:44.019" v="7233"/>
        <pc:sldMkLst>
          <pc:docMk/>
          <pc:sldMk cId="3874213754" sldId="268"/>
        </pc:sldMkLst>
      </pc:sldChg>
      <pc:sldChg chg="modSp add modAnim">
        <pc:chgData name="Sam O'Neill" userId="cb323814-a42a-4cfe-bc74-03f595e56f6e" providerId="ADAL" clId="{0F9FC399-0DBC-427A-8203-46D7456414E6}" dt="2019-10-24T10:08:42.447" v="7379" actId="20577"/>
        <pc:sldMkLst>
          <pc:docMk/>
          <pc:sldMk cId="1412778880" sldId="269"/>
        </pc:sldMkLst>
      </pc:sldChg>
      <pc:sldChg chg="modSp add del">
        <pc:chgData name="Sam O'Neill" userId="cb323814-a42a-4cfe-bc74-03f595e56f6e" providerId="ADAL" clId="{0F9FC399-0DBC-427A-8203-46D7456414E6}" dt="2019-10-23T16:39:43.722" v="6195" actId="2696"/>
        <pc:sldMkLst>
          <pc:docMk/>
          <pc:sldMk cId="2727208426" sldId="270"/>
        </pc:sldMkLst>
      </pc:sldChg>
      <pc:sldChg chg="add del">
        <pc:chgData name="Sam O'Neill" userId="cb323814-a42a-4cfe-bc74-03f595e56f6e" providerId="ADAL" clId="{0F9FC399-0DBC-427A-8203-46D7456414E6}" dt="2019-10-23T10:39:05.174" v="715" actId="2696"/>
        <pc:sldMkLst>
          <pc:docMk/>
          <pc:sldMk cId="251093571" sldId="271"/>
        </pc:sldMkLst>
      </pc:sldChg>
      <pc:sldChg chg="modSp add del">
        <pc:chgData name="Sam O'Neill" userId="cb323814-a42a-4cfe-bc74-03f595e56f6e" providerId="ADAL" clId="{0F9FC399-0DBC-427A-8203-46D7456414E6}" dt="2019-10-23T16:39:43.737" v="6196" actId="2696"/>
        <pc:sldMkLst>
          <pc:docMk/>
          <pc:sldMk cId="1732117877" sldId="271"/>
        </pc:sldMkLst>
      </pc:sldChg>
      <pc:sldChg chg="add modAnim">
        <pc:chgData name="Sam O'Neill" userId="cb323814-a42a-4cfe-bc74-03f595e56f6e" providerId="ADAL" clId="{0F9FC399-0DBC-427A-8203-46D7456414E6}" dt="2019-10-24T09:46:03.924" v="7063"/>
        <pc:sldMkLst>
          <pc:docMk/>
          <pc:sldMk cId="305887999" sldId="272"/>
        </pc:sldMkLst>
      </pc:sldChg>
      <pc:sldChg chg="add del">
        <pc:chgData name="Sam O'Neill" userId="cb323814-a42a-4cfe-bc74-03f595e56f6e" providerId="ADAL" clId="{0F9FC399-0DBC-427A-8203-46D7456414E6}" dt="2019-10-23T13:58:11.818" v="1825" actId="2696"/>
        <pc:sldMkLst>
          <pc:docMk/>
          <pc:sldMk cId="3960105888" sldId="272"/>
        </pc:sldMkLst>
      </pc:sldChg>
      <pc:sldChg chg="del">
        <pc:chgData name="Sam O'Neill" userId="cb323814-a42a-4cfe-bc74-03f595e56f6e" providerId="ADAL" clId="{0F9FC399-0DBC-427A-8203-46D7456414E6}" dt="2019-10-23T10:29:45.078" v="39" actId="2696"/>
        <pc:sldMkLst>
          <pc:docMk/>
          <pc:sldMk cId="674261045" sldId="274"/>
        </pc:sldMkLst>
      </pc:sldChg>
      <pc:sldChg chg="del">
        <pc:chgData name="Sam O'Neill" userId="cb323814-a42a-4cfe-bc74-03f595e56f6e" providerId="ADAL" clId="{0F9FC399-0DBC-427A-8203-46D7456414E6}" dt="2019-10-23T10:29:45.255" v="40" actId="2696"/>
        <pc:sldMkLst>
          <pc:docMk/>
          <pc:sldMk cId="1361163114" sldId="279"/>
        </pc:sldMkLst>
      </pc:sldChg>
      <pc:sldChg chg="del">
        <pc:chgData name="Sam O'Neill" userId="cb323814-a42a-4cfe-bc74-03f595e56f6e" providerId="ADAL" clId="{0F9FC399-0DBC-427A-8203-46D7456414E6}" dt="2019-10-23T10:29:45.356" v="41" actId="2696"/>
        <pc:sldMkLst>
          <pc:docMk/>
          <pc:sldMk cId="512827178" sldId="281"/>
        </pc:sldMkLst>
      </pc:sldChg>
      <pc:sldChg chg="del">
        <pc:chgData name="Sam O'Neill" userId="cb323814-a42a-4cfe-bc74-03f595e56f6e" providerId="ADAL" clId="{0F9FC399-0DBC-427A-8203-46D7456414E6}" dt="2019-10-23T10:29:45.490" v="42" actId="2696"/>
        <pc:sldMkLst>
          <pc:docMk/>
          <pc:sldMk cId="643845886" sldId="282"/>
        </pc:sldMkLst>
      </pc:sldChg>
      <pc:sldChg chg="add del">
        <pc:chgData name="Sam O'Neill" userId="cb323814-a42a-4cfe-bc74-03f595e56f6e" providerId="ADAL" clId="{0F9FC399-0DBC-427A-8203-46D7456414E6}" dt="2019-10-23T13:58:12.298" v="1827" actId="2696"/>
        <pc:sldMkLst>
          <pc:docMk/>
          <pc:sldMk cId="1096814727" sldId="283"/>
        </pc:sldMkLst>
      </pc:sldChg>
      <pc:sldChg chg="delSp add">
        <pc:chgData name="Sam O'Neill" userId="cb323814-a42a-4cfe-bc74-03f595e56f6e" providerId="ADAL" clId="{0F9FC399-0DBC-427A-8203-46D7456414E6}" dt="2019-10-23T14:18:50.087" v="1830" actId="478"/>
        <pc:sldMkLst>
          <pc:docMk/>
          <pc:sldMk cId="2917821777" sldId="283"/>
        </pc:sldMkLst>
      </pc:sldChg>
      <pc:sldChg chg="del">
        <pc:chgData name="Sam O'Neill" userId="cb323814-a42a-4cfe-bc74-03f595e56f6e" providerId="ADAL" clId="{0F9FC399-0DBC-427A-8203-46D7456414E6}" dt="2019-10-23T10:29:48.149" v="52" actId="2696"/>
        <pc:sldMkLst>
          <pc:docMk/>
          <pc:sldMk cId="293032854" sldId="284"/>
        </pc:sldMkLst>
      </pc:sldChg>
      <pc:sldChg chg="modSp add modAnim">
        <pc:chgData name="Sam O'Neill" userId="cb323814-a42a-4cfe-bc74-03f595e56f6e" providerId="ADAL" clId="{0F9FC399-0DBC-427A-8203-46D7456414E6}" dt="2019-10-24T09:44:19.026" v="7033" actId="27636"/>
        <pc:sldMkLst>
          <pc:docMk/>
          <pc:sldMk cId="1312494168" sldId="284"/>
        </pc:sldMkLst>
      </pc:sldChg>
      <pc:sldChg chg="add del">
        <pc:chgData name="Sam O'Neill" userId="cb323814-a42a-4cfe-bc74-03f595e56f6e" providerId="ADAL" clId="{0F9FC399-0DBC-427A-8203-46D7456414E6}" dt="2019-10-23T13:35:58.610" v="1269"/>
        <pc:sldMkLst>
          <pc:docMk/>
          <pc:sldMk cId="1062816567" sldId="285"/>
        </pc:sldMkLst>
      </pc:sldChg>
      <pc:sldChg chg="del">
        <pc:chgData name="Sam O'Neill" userId="cb323814-a42a-4cfe-bc74-03f595e56f6e" providerId="ADAL" clId="{0F9FC399-0DBC-427A-8203-46D7456414E6}" dt="2019-10-23T10:29:48.298" v="54" actId="2696"/>
        <pc:sldMkLst>
          <pc:docMk/>
          <pc:sldMk cId="2030408796" sldId="285"/>
        </pc:sldMkLst>
      </pc:sldChg>
      <pc:sldChg chg="addSp modSp add modAnim">
        <pc:chgData name="Sam O'Neill" userId="cb323814-a42a-4cfe-bc74-03f595e56f6e" providerId="ADAL" clId="{0F9FC399-0DBC-427A-8203-46D7456414E6}" dt="2019-10-24T09:45:43.473" v="7055"/>
        <pc:sldMkLst>
          <pc:docMk/>
          <pc:sldMk cId="3784550247" sldId="285"/>
        </pc:sldMkLst>
      </pc:sldChg>
      <pc:sldChg chg="add del">
        <pc:chgData name="Sam O'Neill" userId="cb323814-a42a-4cfe-bc74-03f595e56f6e" providerId="ADAL" clId="{0F9FC399-0DBC-427A-8203-46D7456414E6}" dt="2019-10-23T13:58:12.106" v="1826" actId="2696"/>
        <pc:sldMkLst>
          <pc:docMk/>
          <pc:sldMk cId="51033217" sldId="286"/>
        </pc:sldMkLst>
      </pc:sldChg>
      <pc:sldChg chg="add modAnim">
        <pc:chgData name="Sam O'Neill" userId="cb323814-a42a-4cfe-bc74-03f595e56f6e" providerId="ADAL" clId="{0F9FC399-0DBC-427A-8203-46D7456414E6}" dt="2019-10-24T09:46:26.852" v="7065"/>
        <pc:sldMkLst>
          <pc:docMk/>
          <pc:sldMk cId="1838474439" sldId="286"/>
        </pc:sldMkLst>
      </pc:sldChg>
      <pc:sldChg chg="del">
        <pc:chgData name="Sam O'Neill" userId="cb323814-a42a-4cfe-bc74-03f595e56f6e" providerId="ADAL" clId="{0F9FC399-0DBC-427A-8203-46D7456414E6}" dt="2019-10-23T10:29:48.512" v="55" actId="2696"/>
        <pc:sldMkLst>
          <pc:docMk/>
          <pc:sldMk cId="3477283215" sldId="286"/>
        </pc:sldMkLst>
      </pc:sldChg>
      <pc:sldChg chg="addSp delSp modSp add modAnim">
        <pc:chgData name="Sam O'Neill" userId="cb323814-a42a-4cfe-bc74-03f595e56f6e" providerId="ADAL" clId="{0F9FC399-0DBC-427A-8203-46D7456414E6}" dt="2019-10-24T09:45:55.945" v="7061"/>
        <pc:sldMkLst>
          <pc:docMk/>
          <pc:sldMk cId="651466069" sldId="287"/>
        </pc:sldMkLst>
      </pc:sldChg>
      <pc:sldChg chg="del">
        <pc:chgData name="Sam O'Neill" userId="cb323814-a42a-4cfe-bc74-03f595e56f6e" providerId="ADAL" clId="{0F9FC399-0DBC-427A-8203-46D7456414E6}" dt="2019-10-23T10:29:48.703" v="56" actId="2696"/>
        <pc:sldMkLst>
          <pc:docMk/>
          <pc:sldMk cId="1919647061" sldId="287"/>
        </pc:sldMkLst>
      </pc:sldChg>
      <pc:sldChg chg="del">
        <pc:chgData name="Sam O'Neill" userId="cb323814-a42a-4cfe-bc74-03f595e56f6e" providerId="ADAL" clId="{0F9FC399-0DBC-427A-8203-46D7456414E6}" dt="2019-10-23T10:29:49.175" v="59" actId="2696"/>
        <pc:sldMkLst>
          <pc:docMk/>
          <pc:sldMk cId="230708497" sldId="288"/>
        </pc:sldMkLst>
      </pc:sldChg>
      <pc:sldChg chg="addSp delSp modSp add modAnim">
        <pc:chgData name="Sam O'Neill" userId="cb323814-a42a-4cfe-bc74-03f595e56f6e" providerId="ADAL" clId="{0F9FC399-0DBC-427A-8203-46D7456414E6}" dt="2019-10-24T09:45:37.603" v="7051"/>
        <pc:sldMkLst>
          <pc:docMk/>
          <pc:sldMk cId="3921054932" sldId="288"/>
        </pc:sldMkLst>
      </pc:sldChg>
      <pc:sldChg chg="del">
        <pc:chgData name="Sam O'Neill" userId="cb323814-a42a-4cfe-bc74-03f595e56f6e" providerId="ADAL" clId="{0F9FC399-0DBC-427A-8203-46D7456414E6}" dt="2019-10-23T10:29:48.892" v="57" actId="2696"/>
        <pc:sldMkLst>
          <pc:docMk/>
          <pc:sldMk cId="1051920825" sldId="289"/>
        </pc:sldMkLst>
      </pc:sldChg>
      <pc:sldChg chg="addSp delSp modSp add modAnim">
        <pc:chgData name="Sam O'Neill" userId="cb323814-a42a-4cfe-bc74-03f595e56f6e" providerId="ADAL" clId="{0F9FC399-0DBC-427A-8203-46D7456414E6}" dt="2019-10-24T09:59:29.783" v="7242" actId="20577"/>
        <pc:sldMkLst>
          <pc:docMk/>
          <pc:sldMk cId="3168370169" sldId="289"/>
        </pc:sldMkLst>
      </pc:sldChg>
      <pc:sldChg chg="del">
        <pc:chgData name="Sam O'Neill" userId="cb323814-a42a-4cfe-bc74-03f595e56f6e" providerId="ADAL" clId="{0F9FC399-0DBC-427A-8203-46D7456414E6}" dt="2019-10-23T10:29:49.031" v="58" actId="2696"/>
        <pc:sldMkLst>
          <pc:docMk/>
          <pc:sldMk cId="2658666563" sldId="290"/>
        </pc:sldMkLst>
      </pc:sldChg>
      <pc:sldChg chg="modSp add modAnim">
        <pc:chgData name="Sam O'Neill" userId="cb323814-a42a-4cfe-bc74-03f595e56f6e" providerId="ADAL" clId="{0F9FC399-0DBC-427A-8203-46D7456414E6}" dt="2019-10-24T09:47:55.220" v="7081"/>
        <pc:sldMkLst>
          <pc:docMk/>
          <pc:sldMk cId="3059795470" sldId="290"/>
        </pc:sldMkLst>
      </pc:sldChg>
      <pc:sldChg chg="del">
        <pc:chgData name="Sam O'Neill" userId="cb323814-a42a-4cfe-bc74-03f595e56f6e" providerId="ADAL" clId="{0F9FC399-0DBC-427A-8203-46D7456414E6}" dt="2019-10-23T10:29:49.438" v="61" actId="2696"/>
        <pc:sldMkLst>
          <pc:docMk/>
          <pc:sldMk cId="2933514211" sldId="291"/>
        </pc:sldMkLst>
      </pc:sldChg>
      <pc:sldChg chg="addSp delSp modSp add modAnim">
        <pc:chgData name="Sam O'Neill" userId="cb323814-a42a-4cfe-bc74-03f595e56f6e" providerId="ADAL" clId="{0F9FC399-0DBC-427A-8203-46D7456414E6}" dt="2019-10-24T09:49:47.413" v="7113"/>
        <pc:sldMkLst>
          <pc:docMk/>
          <pc:sldMk cId="3061827302" sldId="291"/>
        </pc:sldMkLst>
      </pc:sldChg>
      <pc:sldChg chg="addSp delSp modSp add modAnim">
        <pc:chgData name="Sam O'Neill" userId="cb323814-a42a-4cfe-bc74-03f595e56f6e" providerId="ADAL" clId="{0F9FC399-0DBC-427A-8203-46D7456414E6}" dt="2019-10-24T09:53:51.964" v="7152" actId="2062"/>
        <pc:sldMkLst>
          <pc:docMk/>
          <pc:sldMk cId="3223945221" sldId="292"/>
        </pc:sldMkLst>
      </pc:sldChg>
      <pc:sldChg chg="del">
        <pc:chgData name="Sam O'Neill" userId="cb323814-a42a-4cfe-bc74-03f595e56f6e" providerId="ADAL" clId="{0F9FC399-0DBC-427A-8203-46D7456414E6}" dt="2019-10-23T10:29:49.335" v="60" actId="2696"/>
        <pc:sldMkLst>
          <pc:docMk/>
          <pc:sldMk cId="3558409356" sldId="292"/>
        </pc:sldMkLst>
      </pc:sldChg>
      <pc:sldChg chg="addSp delSp modSp add modAnim">
        <pc:chgData name="Sam O'Neill" userId="cb323814-a42a-4cfe-bc74-03f595e56f6e" providerId="ADAL" clId="{0F9FC399-0DBC-427A-8203-46D7456414E6}" dt="2019-10-24T10:06:13.059" v="7289" actId="20577"/>
        <pc:sldMkLst>
          <pc:docMk/>
          <pc:sldMk cId="1047170186" sldId="293"/>
        </pc:sldMkLst>
      </pc:sldChg>
      <pc:sldChg chg="add del">
        <pc:chgData name="Sam O'Neill" userId="cb323814-a42a-4cfe-bc74-03f595e56f6e" providerId="ADAL" clId="{0F9FC399-0DBC-427A-8203-46D7456414E6}" dt="2019-10-23T15:02:10.509" v="4288"/>
        <pc:sldMkLst>
          <pc:docMk/>
          <pc:sldMk cId="2591574058" sldId="293"/>
        </pc:sldMkLst>
      </pc:sldChg>
      <pc:sldChg chg="del">
        <pc:chgData name="Sam O'Neill" userId="cb323814-a42a-4cfe-bc74-03f595e56f6e" providerId="ADAL" clId="{0F9FC399-0DBC-427A-8203-46D7456414E6}" dt="2019-10-23T10:29:45.625" v="43" actId="2696"/>
        <pc:sldMkLst>
          <pc:docMk/>
          <pc:sldMk cId="3909865725" sldId="293"/>
        </pc:sldMkLst>
      </pc:sldChg>
      <pc:sldChg chg="addSp delSp modSp add modAnim">
        <pc:chgData name="Sam O'Neill" userId="cb323814-a42a-4cfe-bc74-03f595e56f6e" providerId="ADAL" clId="{0F9FC399-0DBC-427A-8203-46D7456414E6}" dt="2019-10-24T09:53:38.581" v="7151" actId="2062"/>
        <pc:sldMkLst>
          <pc:docMk/>
          <pc:sldMk cId="2198855702" sldId="294"/>
        </pc:sldMkLst>
      </pc:sldChg>
      <pc:sldChg chg="del">
        <pc:chgData name="Sam O'Neill" userId="cb323814-a42a-4cfe-bc74-03f595e56f6e" providerId="ADAL" clId="{0F9FC399-0DBC-427A-8203-46D7456414E6}" dt="2019-10-23T10:29:45.888" v="44" actId="2696"/>
        <pc:sldMkLst>
          <pc:docMk/>
          <pc:sldMk cId="3504010382" sldId="294"/>
        </pc:sldMkLst>
      </pc:sldChg>
      <pc:sldChg chg="del">
        <pc:chgData name="Sam O'Neill" userId="cb323814-a42a-4cfe-bc74-03f595e56f6e" providerId="ADAL" clId="{0F9FC399-0DBC-427A-8203-46D7456414E6}" dt="2019-10-23T10:29:48.100" v="51" actId="2696"/>
        <pc:sldMkLst>
          <pc:docMk/>
          <pc:sldMk cId="918005165" sldId="295"/>
        </pc:sldMkLst>
      </pc:sldChg>
      <pc:sldChg chg="addSp delSp modSp add modAnim">
        <pc:chgData name="Sam O'Neill" userId="cb323814-a42a-4cfe-bc74-03f595e56f6e" providerId="ADAL" clId="{0F9FC399-0DBC-427A-8203-46D7456414E6}" dt="2019-10-24T10:05:19.389" v="7279" actId="20577"/>
        <pc:sldMkLst>
          <pc:docMk/>
          <pc:sldMk cId="3254352191" sldId="295"/>
        </pc:sldMkLst>
      </pc:sldChg>
      <pc:sldChg chg="del">
        <pc:chgData name="Sam O'Neill" userId="cb323814-a42a-4cfe-bc74-03f595e56f6e" providerId="ADAL" clId="{0F9FC399-0DBC-427A-8203-46D7456414E6}" dt="2019-10-23T10:29:48.264" v="53" actId="2696"/>
        <pc:sldMkLst>
          <pc:docMk/>
          <pc:sldMk cId="970809104" sldId="296"/>
        </pc:sldMkLst>
      </pc:sldChg>
      <pc:sldChg chg="addSp delSp modSp add modAnim">
        <pc:chgData name="Sam O'Neill" userId="cb323814-a42a-4cfe-bc74-03f595e56f6e" providerId="ADAL" clId="{0F9FC399-0DBC-427A-8203-46D7456414E6}" dt="2019-10-24T10:06:54.958" v="7290"/>
        <pc:sldMkLst>
          <pc:docMk/>
          <pc:sldMk cId="4038239449" sldId="296"/>
        </pc:sldMkLst>
      </pc:sldChg>
      <pc:sldChg chg="addSp delSp modSp add modAnim">
        <pc:chgData name="Sam O'Neill" userId="cb323814-a42a-4cfe-bc74-03f595e56f6e" providerId="ADAL" clId="{0F9FC399-0DBC-427A-8203-46D7456414E6}" dt="2019-10-24T09:49:02.932" v="7097"/>
        <pc:sldMkLst>
          <pc:docMk/>
          <pc:sldMk cId="976121304" sldId="297"/>
        </pc:sldMkLst>
      </pc:sldChg>
      <pc:sldChg chg="addSp delSp modSp add modAnim">
        <pc:chgData name="Sam O'Neill" userId="cb323814-a42a-4cfe-bc74-03f595e56f6e" providerId="ADAL" clId="{0F9FC399-0DBC-427A-8203-46D7456414E6}" dt="2019-10-24T09:56:21.572" v="7186" actId="14100"/>
        <pc:sldMkLst>
          <pc:docMk/>
          <pc:sldMk cId="2305522028" sldId="298"/>
        </pc:sldMkLst>
      </pc:sldChg>
      <pc:sldChg chg="modSp modAnim">
        <pc:chgData name="Sam O'Neill" userId="cb323814-a42a-4cfe-bc74-03f595e56f6e" providerId="ADAL" clId="{0F9FC399-0DBC-427A-8203-46D7456414E6}" dt="2019-10-24T10:18:24.966" v="7406" actId="20577"/>
        <pc:sldMkLst>
          <pc:docMk/>
          <pc:sldMk cId="1859362518" sldId="299"/>
        </pc:sldMkLst>
      </pc:sldChg>
    </pc:docChg>
  </pc:docChgLst>
  <pc:docChgLst>
    <pc:chgData name="Sam O'Neill" userId="cb323814-a42a-4cfe-bc74-03f595e56f6e" providerId="ADAL" clId="{A0783CC2-33BF-461C-81D7-89CF0125D801}"/>
    <pc:docChg chg="undo custSel addSld delSld modSld">
      <pc:chgData name="Sam O'Neill" userId="cb323814-a42a-4cfe-bc74-03f595e56f6e" providerId="ADAL" clId="{A0783CC2-33BF-461C-81D7-89CF0125D801}" dt="2020-02-05T08:23:15.123" v="376"/>
      <pc:docMkLst>
        <pc:docMk/>
      </pc:docMkLst>
      <pc:sldChg chg="modSp">
        <pc:chgData name="Sam O'Neill" userId="cb323814-a42a-4cfe-bc74-03f595e56f6e" providerId="ADAL" clId="{A0783CC2-33BF-461C-81D7-89CF0125D801}" dt="2020-02-05T08:18:33.678" v="205" actId="20577"/>
        <pc:sldMkLst>
          <pc:docMk/>
          <pc:sldMk cId="3287839291" sldId="322"/>
        </pc:sldMkLst>
      </pc:sldChg>
      <pc:sldChg chg="del">
        <pc:chgData name="Sam O'Neill" userId="cb323814-a42a-4cfe-bc74-03f595e56f6e" providerId="ADAL" clId="{A0783CC2-33BF-461C-81D7-89CF0125D801}" dt="2020-02-05T08:18:58.924" v="208" actId="47"/>
        <pc:sldMkLst>
          <pc:docMk/>
          <pc:sldMk cId="26146372" sldId="323"/>
        </pc:sldMkLst>
      </pc:sldChg>
      <pc:sldChg chg="addSp delSp modSp">
        <pc:chgData name="Sam O'Neill" userId="cb323814-a42a-4cfe-bc74-03f595e56f6e" providerId="ADAL" clId="{A0783CC2-33BF-461C-81D7-89CF0125D801}" dt="2020-02-05T08:22:38.804" v="371" actId="207"/>
        <pc:sldMkLst>
          <pc:docMk/>
          <pc:sldMk cId="4154359495" sldId="326"/>
        </pc:sldMkLst>
      </pc:sldChg>
      <pc:sldChg chg="modSp add">
        <pc:chgData name="Sam O'Neill" userId="cb323814-a42a-4cfe-bc74-03f595e56f6e" providerId="ADAL" clId="{A0783CC2-33BF-461C-81D7-89CF0125D801}" dt="2020-02-05T08:18:55.939" v="207"/>
        <pc:sldMkLst>
          <pc:docMk/>
          <pc:sldMk cId="1993333530" sldId="327"/>
        </pc:sldMkLst>
      </pc:sldChg>
      <pc:sldChg chg="addSp delSp modSp add">
        <pc:chgData name="Sam O'Neill" userId="cb323814-a42a-4cfe-bc74-03f595e56f6e" providerId="ADAL" clId="{A0783CC2-33BF-461C-81D7-89CF0125D801}" dt="2020-02-05T08:23:15.123" v="376"/>
        <pc:sldMkLst>
          <pc:docMk/>
          <pc:sldMk cId="635559681" sldId="328"/>
        </pc:sldMkLst>
      </pc:sldChg>
    </pc:docChg>
  </pc:docChgLst>
  <pc:docChgLst>
    <pc:chgData name="Sam O'Neill" userId="cb323814-a42a-4cfe-bc74-03f595e56f6e" providerId="ADAL" clId="{AC202734-D25E-44C3-9C8C-A0B350C394F8}"/>
    <pc:docChg chg="undo custSel addSld delSld modSld">
      <pc:chgData name="Sam O'Neill" userId="cb323814-a42a-4cfe-bc74-03f595e56f6e" providerId="ADAL" clId="{AC202734-D25E-44C3-9C8C-A0B350C394F8}" dt="2020-02-13T09:49:37.395" v="1437" actId="15373"/>
      <pc:docMkLst>
        <pc:docMk/>
      </pc:docMkLst>
      <pc:sldChg chg="modSp">
        <pc:chgData name="Sam O'Neill" userId="cb323814-a42a-4cfe-bc74-03f595e56f6e" providerId="ADAL" clId="{AC202734-D25E-44C3-9C8C-A0B350C394F8}" dt="2020-02-12T09:10:33.723" v="62" actId="20577"/>
        <pc:sldMkLst>
          <pc:docMk/>
          <pc:sldMk cId="1372416909" sldId="320"/>
        </pc:sldMkLst>
      </pc:sldChg>
      <pc:sldChg chg="modSp">
        <pc:chgData name="Sam O'Neill" userId="cb323814-a42a-4cfe-bc74-03f595e56f6e" providerId="ADAL" clId="{AC202734-D25E-44C3-9C8C-A0B350C394F8}" dt="2020-02-12T09:09:53.939" v="40" actId="20577"/>
        <pc:sldMkLst>
          <pc:docMk/>
          <pc:sldMk cId="2066874544" sldId="321"/>
        </pc:sldMkLst>
      </pc:sldChg>
      <pc:sldChg chg="modSp">
        <pc:chgData name="Sam O'Neill" userId="cb323814-a42a-4cfe-bc74-03f595e56f6e" providerId="ADAL" clId="{AC202734-D25E-44C3-9C8C-A0B350C394F8}" dt="2020-02-12T09:22:42.511" v="468" actId="1076"/>
        <pc:sldMkLst>
          <pc:docMk/>
          <pc:sldMk cId="539044082" sldId="322"/>
        </pc:sldMkLst>
      </pc:sldChg>
      <pc:sldChg chg="modSp">
        <pc:chgData name="Sam O'Neill" userId="cb323814-a42a-4cfe-bc74-03f595e56f6e" providerId="ADAL" clId="{AC202734-D25E-44C3-9C8C-A0B350C394F8}" dt="2020-02-12T09:26:21.098" v="872" actId="5793"/>
        <pc:sldMkLst>
          <pc:docMk/>
          <pc:sldMk cId="4134767169" sldId="323"/>
        </pc:sldMkLst>
      </pc:sldChg>
      <pc:sldChg chg="modSp">
        <pc:chgData name="Sam O'Neill" userId="cb323814-a42a-4cfe-bc74-03f595e56f6e" providerId="ADAL" clId="{AC202734-D25E-44C3-9C8C-A0B350C394F8}" dt="2020-02-12T09:22:01.329" v="466" actId="1037"/>
        <pc:sldMkLst>
          <pc:docMk/>
          <pc:sldMk cId="3012511006" sldId="331"/>
        </pc:sldMkLst>
      </pc:sldChg>
      <pc:sldChg chg="modSp">
        <pc:chgData name="Sam O'Neill" userId="cb323814-a42a-4cfe-bc74-03f595e56f6e" providerId="ADAL" clId="{AC202734-D25E-44C3-9C8C-A0B350C394F8}" dt="2020-02-12T09:23:20.823" v="472"/>
        <pc:sldMkLst>
          <pc:docMk/>
          <pc:sldMk cId="544334578" sldId="339"/>
        </pc:sldMkLst>
      </pc:sldChg>
      <pc:sldChg chg="modSp add">
        <pc:chgData name="Sam O'Neill" userId="cb323814-a42a-4cfe-bc74-03f595e56f6e" providerId="ADAL" clId="{AC202734-D25E-44C3-9C8C-A0B350C394F8}" dt="2020-02-12T09:12:22.426" v="261" actId="20577"/>
        <pc:sldMkLst>
          <pc:docMk/>
          <pc:sldMk cId="2369782033" sldId="348"/>
        </pc:sldMkLst>
      </pc:sldChg>
      <pc:sldChg chg="modSp add">
        <pc:chgData name="Sam O'Neill" userId="cb323814-a42a-4cfe-bc74-03f595e56f6e" providerId="ADAL" clId="{AC202734-D25E-44C3-9C8C-A0B350C394F8}" dt="2020-02-12T09:25:42.035" v="831" actId="6549"/>
        <pc:sldMkLst>
          <pc:docMk/>
          <pc:sldMk cId="1107265482" sldId="349"/>
        </pc:sldMkLst>
      </pc:sldChg>
      <pc:sldChg chg="modSp">
        <pc:chgData name="Sam O'Neill" userId="cb323814-a42a-4cfe-bc74-03f595e56f6e" providerId="ADAL" clId="{AC202734-D25E-44C3-9C8C-A0B350C394F8}" dt="2020-02-13T09:49:37.395" v="1437" actId="15373"/>
        <pc:sldMkLst>
          <pc:docMk/>
          <pc:sldMk cId="3087532117" sldId="352"/>
        </pc:sldMkLst>
      </pc:sldChg>
      <pc:sldChg chg="del modTransition">
        <pc:chgData name="Sam O'Neill" userId="cb323814-a42a-4cfe-bc74-03f595e56f6e" providerId="ADAL" clId="{AC202734-D25E-44C3-9C8C-A0B350C394F8}" dt="2020-02-13T08:22:33.274" v="1433" actId="47"/>
        <pc:sldMkLst>
          <pc:docMk/>
          <pc:sldMk cId="295966784" sldId="353"/>
        </pc:sldMkLst>
      </pc:sldChg>
      <pc:sldChg chg="del modTransition">
        <pc:chgData name="Sam O'Neill" userId="cb323814-a42a-4cfe-bc74-03f595e56f6e" providerId="ADAL" clId="{AC202734-D25E-44C3-9C8C-A0B350C394F8}" dt="2020-02-13T08:22:33.274" v="1433" actId="47"/>
        <pc:sldMkLst>
          <pc:docMk/>
          <pc:sldMk cId="1491380622" sldId="354"/>
        </pc:sldMkLst>
      </pc:sldChg>
      <pc:sldChg chg="modSp add del">
        <pc:chgData name="Sam O'Neill" userId="cb323814-a42a-4cfe-bc74-03f595e56f6e" providerId="ADAL" clId="{AC202734-D25E-44C3-9C8C-A0B350C394F8}" dt="2020-02-13T08:22:33.274" v="1433" actId="47"/>
        <pc:sldMkLst>
          <pc:docMk/>
          <pc:sldMk cId="3913158813" sldId="355"/>
        </pc:sldMkLst>
      </pc:sldChg>
      <pc:sldChg chg="modSp add del">
        <pc:chgData name="Sam O'Neill" userId="cb323814-a42a-4cfe-bc74-03f595e56f6e" providerId="ADAL" clId="{AC202734-D25E-44C3-9C8C-A0B350C394F8}" dt="2020-02-13T08:22:33.274" v="1433" actId="47"/>
        <pc:sldMkLst>
          <pc:docMk/>
          <pc:sldMk cId="843614416" sldId="356"/>
        </pc:sldMkLst>
      </pc:sldChg>
      <pc:sldChg chg="modSp add del">
        <pc:chgData name="Sam O'Neill" userId="cb323814-a42a-4cfe-bc74-03f595e56f6e" providerId="ADAL" clId="{AC202734-D25E-44C3-9C8C-A0B350C394F8}" dt="2020-02-13T08:22:33.274" v="1433" actId="47"/>
        <pc:sldMkLst>
          <pc:docMk/>
          <pc:sldMk cId="4158953773" sldId="357"/>
        </pc:sldMkLst>
      </pc:sldChg>
      <pc:sldChg chg="modSp add del">
        <pc:chgData name="Sam O'Neill" userId="cb323814-a42a-4cfe-bc74-03f595e56f6e" providerId="ADAL" clId="{AC202734-D25E-44C3-9C8C-A0B350C394F8}" dt="2020-02-13T08:22:33.274" v="1433" actId="47"/>
        <pc:sldMkLst>
          <pc:docMk/>
          <pc:sldMk cId="2726906785" sldId="358"/>
        </pc:sldMkLst>
      </pc:sldChg>
      <pc:sldChg chg="add del">
        <pc:chgData name="Sam O'Neill" userId="cb323814-a42a-4cfe-bc74-03f595e56f6e" providerId="ADAL" clId="{AC202734-D25E-44C3-9C8C-A0B350C394F8}" dt="2020-02-13T09:49:04.074" v="1436"/>
        <pc:sldMkLst>
          <pc:docMk/>
          <pc:sldMk cId="403897775" sldId="359"/>
        </pc:sldMkLst>
      </pc:sldChg>
      <pc:sldChg chg="add del">
        <pc:chgData name="Sam O'Neill" userId="cb323814-a42a-4cfe-bc74-03f595e56f6e" providerId="ADAL" clId="{AC202734-D25E-44C3-9C8C-A0B350C394F8}" dt="2020-02-13T09:49:04.074" v="1436"/>
        <pc:sldMkLst>
          <pc:docMk/>
          <pc:sldMk cId="669141773" sldId="360"/>
        </pc:sldMkLst>
      </pc:sldChg>
      <pc:sldChg chg="add del">
        <pc:chgData name="Sam O'Neill" userId="cb323814-a42a-4cfe-bc74-03f595e56f6e" providerId="ADAL" clId="{AC202734-D25E-44C3-9C8C-A0B350C394F8}" dt="2020-02-13T09:49:04.074" v="1436"/>
        <pc:sldMkLst>
          <pc:docMk/>
          <pc:sldMk cId="1141663153" sldId="361"/>
        </pc:sldMkLst>
      </pc:sldChg>
    </pc:docChg>
  </pc:docChgLst>
  <pc:docChgLst>
    <pc:chgData name="Sam O’Neil" userId="cb323814-a42a-4cfe-bc74-03f595e56f6e" providerId="ADAL" clId="{DE5EAD64-A71D-4D3A-B780-F51017BF4B50}"/>
    <pc:docChg chg="undo custSel addSld delSld modSld sldOrd">
      <pc:chgData name="Sam O’Neil" userId="cb323814-a42a-4cfe-bc74-03f595e56f6e" providerId="ADAL" clId="{DE5EAD64-A71D-4D3A-B780-F51017BF4B50}" dt="2019-10-31T12:24:58.333" v="5367" actId="20577"/>
      <pc:docMkLst>
        <pc:docMk/>
      </pc:docMkLst>
      <pc:sldChg chg="modSp">
        <pc:chgData name="Sam O’Neil" userId="cb323814-a42a-4cfe-bc74-03f595e56f6e" providerId="ADAL" clId="{DE5EAD64-A71D-4D3A-B780-F51017BF4B50}" dt="2019-10-30T10:51:46.563" v="32" actId="20577"/>
        <pc:sldMkLst>
          <pc:docMk/>
          <pc:sldMk cId="110775907" sldId="256"/>
        </pc:sldMkLst>
      </pc:sldChg>
      <pc:sldChg chg="del">
        <pc:chgData name="Sam O’Neil" userId="cb323814-a42a-4cfe-bc74-03f595e56f6e" providerId="ADAL" clId="{DE5EAD64-A71D-4D3A-B780-F51017BF4B50}" dt="2019-10-30T11:19:33.108" v="202" actId="2696"/>
        <pc:sldMkLst>
          <pc:docMk/>
          <pc:sldMk cId="3232758689" sldId="262"/>
        </pc:sldMkLst>
      </pc:sldChg>
      <pc:sldChg chg="del">
        <pc:chgData name="Sam O’Neil" userId="cb323814-a42a-4cfe-bc74-03f595e56f6e" providerId="ADAL" clId="{DE5EAD64-A71D-4D3A-B780-F51017BF4B50}" dt="2019-10-30T11:19:32.821" v="201" actId="2696"/>
        <pc:sldMkLst>
          <pc:docMk/>
          <pc:sldMk cId="150829508" sldId="263"/>
        </pc:sldMkLst>
      </pc:sldChg>
      <pc:sldChg chg="del">
        <pc:chgData name="Sam O’Neil" userId="cb323814-a42a-4cfe-bc74-03f595e56f6e" providerId="ADAL" clId="{DE5EAD64-A71D-4D3A-B780-F51017BF4B50}" dt="2019-10-30T11:19:35.570" v="211" actId="2696"/>
        <pc:sldMkLst>
          <pc:docMk/>
          <pc:sldMk cId="2285843027" sldId="264"/>
        </pc:sldMkLst>
      </pc:sldChg>
      <pc:sldChg chg="del">
        <pc:chgData name="Sam O’Neil" userId="cb323814-a42a-4cfe-bc74-03f595e56f6e" providerId="ADAL" clId="{DE5EAD64-A71D-4D3A-B780-F51017BF4B50}" dt="2019-10-30T11:19:35.592" v="213" actId="2696"/>
        <pc:sldMkLst>
          <pc:docMk/>
          <pc:sldMk cId="831952027" sldId="265"/>
        </pc:sldMkLst>
      </pc:sldChg>
      <pc:sldChg chg="del">
        <pc:chgData name="Sam O’Neil" userId="cb323814-a42a-4cfe-bc74-03f595e56f6e" providerId="ADAL" clId="{DE5EAD64-A71D-4D3A-B780-F51017BF4B50}" dt="2019-10-30T11:19:35.581" v="212" actId="2696"/>
        <pc:sldMkLst>
          <pc:docMk/>
          <pc:sldMk cId="1860941994" sldId="266"/>
        </pc:sldMkLst>
      </pc:sldChg>
      <pc:sldChg chg="del">
        <pc:chgData name="Sam O’Neil" userId="cb323814-a42a-4cfe-bc74-03f595e56f6e" providerId="ADAL" clId="{DE5EAD64-A71D-4D3A-B780-F51017BF4B50}" dt="2019-10-30T11:19:35.842" v="215" actId="2696"/>
        <pc:sldMkLst>
          <pc:docMk/>
          <pc:sldMk cId="1032488404" sldId="267"/>
        </pc:sldMkLst>
      </pc:sldChg>
      <pc:sldChg chg="del">
        <pc:chgData name="Sam O’Neil" userId="cb323814-a42a-4cfe-bc74-03f595e56f6e" providerId="ADAL" clId="{DE5EAD64-A71D-4D3A-B780-F51017BF4B50}" dt="2019-10-30T11:19:38.379" v="224" actId="2696"/>
        <pc:sldMkLst>
          <pc:docMk/>
          <pc:sldMk cId="3874213754" sldId="268"/>
        </pc:sldMkLst>
      </pc:sldChg>
      <pc:sldChg chg="del">
        <pc:chgData name="Sam O’Neil" userId="cb323814-a42a-4cfe-bc74-03f595e56f6e" providerId="ADAL" clId="{DE5EAD64-A71D-4D3A-B780-F51017BF4B50}" dt="2019-10-30T11:19:38.599" v="226" actId="2696"/>
        <pc:sldMkLst>
          <pc:docMk/>
          <pc:sldMk cId="1412778880" sldId="269"/>
        </pc:sldMkLst>
      </pc:sldChg>
      <pc:sldChg chg="del">
        <pc:chgData name="Sam O’Neil" userId="cb323814-a42a-4cfe-bc74-03f595e56f6e" providerId="ADAL" clId="{DE5EAD64-A71D-4D3A-B780-F51017BF4B50}" dt="2019-10-30T11:19:34.471" v="207" actId="2696"/>
        <pc:sldMkLst>
          <pc:docMk/>
          <pc:sldMk cId="305887999" sldId="272"/>
        </pc:sldMkLst>
      </pc:sldChg>
      <pc:sldChg chg="del">
        <pc:chgData name="Sam O’Neil" userId="cb323814-a42a-4cfe-bc74-03f595e56f6e" providerId="ADAL" clId="{DE5EAD64-A71D-4D3A-B780-F51017BF4B50}" dt="2019-10-30T11:19:35.254" v="209" actId="2696"/>
        <pc:sldMkLst>
          <pc:docMk/>
          <pc:sldMk cId="2917821777" sldId="283"/>
        </pc:sldMkLst>
      </pc:sldChg>
      <pc:sldChg chg="del">
        <pc:chgData name="Sam O’Neil" userId="cb323814-a42a-4cfe-bc74-03f595e56f6e" providerId="ADAL" clId="{DE5EAD64-A71D-4D3A-B780-F51017BF4B50}" dt="2019-10-30T11:19:33.359" v="203" actId="2696"/>
        <pc:sldMkLst>
          <pc:docMk/>
          <pc:sldMk cId="1312494168" sldId="284"/>
        </pc:sldMkLst>
      </pc:sldChg>
      <pc:sldChg chg="del">
        <pc:chgData name="Sam O’Neil" userId="cb323814-a42a-4cfe-bc74-03f595e56f6e" providerId="ADAL" clId="{DE5EAD64-A71D-4D3A-B780-F51017BF4B50}" dt="2019-10-30T11:19:33.622" v="205" actId="2696"/>
        <pc:sldMkLst>
          <pc:docMk/>
          <pc:sldMk cId="3784550247" sldId="285"/>
        </pc:sldMkLst>
      </pc:sldChg>
      <pc:sldChg chg="del">
        <pc:chgData name="Sam O’Neil" userId="cb323814-a42a-4cfe-bc74-03f595e56f6e" providerId="ADAL" clId="{DE5EAD64-A71D-4D3A-B780-F51017BF4B50}" dt="2019-10-30T11:19:34.882" v="208" actId="2696"/>
        <pc:sldMkLst>
          <pc:docMk/>
          <pc:sldMk cId="1838474439" sldId="286"/>
        </pc:sldMkLst>
      </pc:sldChg>
      <pc:sldChg chg="del">
        <pc:chgData name="Sam O’Neil" userId="cb323814-a42a-4cfe-bc74-03f595e56f6e" providerId="ADAL" clId="{DE5EAD64-A71D-4D3A-B780-F51017BF4B50}" dt="2019-10-30T11:19:33.921" v="206" actId="2696"/>
        <pc:sldMkLst>
          <pc:docMk/>
          <pc:sldMk cId="651466069" sldId="287"/>
        </pc:sldMkLst>
      </pc:sldChg>
      <pc:sldChg chg="modSp add">
        <pc:chgData name="Sam O’Neil" userId="cb323814-a42a-4cfe-bc74-03f595e56f6e" providerId="ADAL" clId="{DE5EAD64-A71D-4D3A-B780-F51017BF4B50}" dt="2019-10-30T11:27:38.298" v="519" actId="20577"/>
        <pc:sldMkLst>
          <pc:docMk/>
          <pc:sldMk cId="1919647061" sldId="287"/>
        </pc:sldMkLst>
      </pc:sldChg>
      <pc:sldChg chg="add">
        <pc:chgData name="Sam O’Neil" userId="cb323814-a42a-4cfe-bc74-03f595e56f6e" providerId="ADAL" clId="{DE5EAD64-A71D-4D3A-B780-F51017BF4B50}" dt="2019-10-30T11:22:48.970" v="227"/>
        <pc:sldMkLst>
          <pc:docMk/>
          <pc:sldMk cId="230708497" sldId="288"/>
        </pc:sldMkLst>
      </pc:sldChg>
      <pc:sldChg chg="del">
        <pc:chgData name="Sam O’Neil" userId="cb323814-a42a-4cfe-bc74-03f595e56f6e" providerId="ADAL" clId="{DE5EAD64-A71D-4D3A-B780-F51017BF4B50}" dt="2019-10-30T11:19:33.484" v="204" actId="2696"/>
        <pc:sldMkLst>
          <pc:docMk/>
          <pc:sldMk cId="3921054932" sldId="288"/>
        </pc:sldMkLst>
      </pc:sldChg>
      <pc:sldChg chg="add">
        <pc:chgData name="Sam O’Neil" userId="cb323814-a42a-4cfe-bc74-03f595e56f6e" providerId="ADAL" clId="{DE5EAD64-A71D-4D3A-B780-F51017BF4B50}" dt="2019-10-30T11:22:48.970" v="227"/>
        <pc:sldMkLst>
          <pc:docMk/>
          <pc:sldMk cId="1051920825" sldId="289"/>
        </pc:sldMkLst>
      </pc:sldChg>
      <pc:sldChg chg="del">
        <pc:chgData name="Sam O’Neil" userId="cb323814-a42a-4cfe-bc74-03f595e56f6e" providerId="ADAL" clId="{DE5EAD64-A71D-4D3A-B780-F51017BF4B50}" dt="2019-10-30T11:19:35.535" v="210" actId="2696"/>
        <pc:sldMkLst>
          <pc:docMk/>
          <pc:sldMk cId="3168370169" sldId="289"/>
        </pc:sldMkLst>
      </pc:sldChg>
      <pc:sldChg chg="add">
        <pc:chgData name="Sam O’Neil" userId="cb323814-a42a-4cfe-bc74-03f595e56f6e" providerId="ADAL" clId="{DE5EAD64-A71D-4D3A-B780-F51017BF4B50}" dt="2019-10-30T11:22:48.970" v="227"/>
        <pc:sldMkLst>
          <pc:docMk/>
          <pc:sldMk cId="2658666563" sldId="290"/>
        </pc:sldMkLst>
      </pc:sldChg>
      <pc:sldChg chg="del">
        <pc:chgData name="Sam O’Neil" userId="cb323814-a42a-4cfe-bc74-03f595e56f6e" providerId="ADAL" clId="{DE5EAD64-A71D-4D3A-B780-F51017BF4B50}" dt="2019-10-30T11:19:35.639" v="214" actId="2696"/>
        <pc:sldMkLst>
          <pc:docMk/>
          <pc:sldMk cId="3059795470" sldId="290"/>
        </pc:sldMkLst>
      </pc:sldChg>
      <pc:sldChg chg="add del">
        <pc:chgData name="Sam O’Neil" userId="cb323814-a42a-4cfe-bc74-03f595e56f6e" providerId="ADAL" clId="{DE5EAD64-A71D-4D3A-B780-F51017BF4B50}" dt="2019-10-30T11:27:02.205" v="473" actId="2696"/>
        <pc:sldMkLst>
          <pc:docMk/>
          <pc:sldMk cId="2933514211" sldId="291"/>
        </pc:sldMkLst>
      </pc:sldChg>
      <pc:sldChg chg="del">
        <pc:chgData name="Sam O’Neil" userId="cb323814-a42a-4cfe-bc74-03f595e56f6e" providerId="ADAL" clId="{DE5EAD64-A71D-4D3A-B780-F51017BF4B50}" dt="2019-10-30T11:19:36.058" v="217" actId="2696"/>
        <pc:sldMkLst>
          <pc:docMk/>
          <pc:sldMk cId="3061827302" sldId="291"/>
        </pc:sldMkLst>
      </pc:sldChg>
      <pc:sldChg chg="del">
        <pc:chgData name="Sam O’Neil" userId="cb323814-a42a-4cfe-bc74-03f595e56f6e" providerId="ADAL" clId="{DE5EAD64-A71D-4D3A-B780-F51017BF4B50}" dt="2019-10-30T11:19:37.236" v="220" actId="2696"/>
        <pc:sldMkLst>
          <pc:docMk/>
          <pc:sldMk cId="3223945221" sldId="292"/>
        </pc:sldMkLst>
      </pc:sldChg>
      <pc:sldChg chg="add del">
        <pc:chgData name="Sam O’Neil" userId="cb323814-a42a-4cfe-bc74-03f595e56f6e" providerId="ADAL" clId="{DE5EAD64-A71D-4D3A-B780-F51017BF4B50}" dt="2019-10-30T11:27:02.401" v="474" actId="2696"/>
        <pc:sldMkLst>
          <pc:docMk/>
          <pc:sldMk cId="3558409356" sldId="292"/>
        </pc:sldMkLst>
      </pc:sldChg>
      <pc:sldChg chg="del">
        <pc:chgData name="Sam O’Neil" userId="cb323814-a42a-4cfe-bc74-03f595e56f6e" providerId="ADAL" clId="{DE5EAD64-A71D-4D3A-B780-F51017BF4B50}" dt="2019-10-30T11:19:37.730" v="221" actId="2696"/>
        <pc:sldMkLst>
          <pc:docMk/>
          <pc:sldMk cId="1047170186" sldId="293"/>
        </pc:sldMkLst>
      </pc:sldChg>
      <pc:sldChg chg="addSp delSp modSp add modAnim">
        <pc:chgData name="Sam O’Neil" userId="cb323814-a42a-4cfe-bc74-03f595e56f6e" providerId="ADAL" clId="{DE5EAD64-A71D-4D3A-B780-F51017BF4B50}" dt="2019-10-30T19:14:22.387" v="4851"/>
        <pc:sldMkLst>
          <pc:docMk/>
          <pc:sldMk cId="1245560113" sldId="293"/>
        </pc:sldMkLst>
      </pc:sldChg>
      <pc:sldChg chg="modSp add">
        <pc:chgData name="Sam O’Neil" userId="cb323814-a42a-4cfe-bc74-03f595e56f6e" providerId="ADAL" clId="{DE5EAD64-A71D-4D3A-B780-F51017BF4B50}" dt="2019-10-30T11:28:37.744" v="526" actId="20577"/>
        <pc:sldMkLst>
          <pc:docMk/>
          <pc:sldMk cId="70229734" sldId="294"/>
        </pc:sldMkLst>
      </pc:sldChg>
      <pc:sldChg chg="del">
        <pc:chgData name="Sam O’Neil" userId="cb323814-a42a-4cfe-bc74-03f595e56f6e" providerId="ADAL" clId="{DE5EAD64-A71D-4D3A-B780-F51017BF4B50}" dt="2019-10-30T11:19:36.437" v="218" actId="2696"/>
        <pc:sldMkLst>
          <pc:docMk/>
          <pc:sldMk cId="2198855702" sldId="294"/>
        </pc:sldMkLst>
      </pc:sldChg>
      <pc:sldChg chg="modSp add">
        <pc:chgData name="Sam O’Neil" userId="cb323814-a42a-4cfe-bc74-03f595e56f6e" providerId="ADAL" clId="{DE5EAD64-A71D-4D3A-B780-F51017BF4B50}" dt="2019-10-30T11:28:52.512" v="555" actId="20577"/>
        <pc:sldMkLst>
          <pc:docMk/>
          <pc:sldMk cId="1906729432" sldId="295"/>
        </pc:sldMkLst>
      </pc:sldChg>
      <pc:sldChg chg="del">
        <pc:chgData name="Sam O’Neil" userId="cb323814-a42a-4cfe-bc74-03f595e56f6e" providerId="ADAL" clId="{DE5EAD64-A71D-4D3A-B780-F51017BF4B50}" dt="2019-10-30T11:19:38.159" v="222" actId="2696"/>
        <pc:sldMkLst>
          <pc:docMk/>
          <pc:sldMk cId="3254352191" sldId="295"/>
        </pc:sldMkLst>
      </pc:sldChg>
      <pc:sldChg chg="addSp delSp modSp add delAnim modAnim">
        <pc:chgData name="Sam O’Neil" userId="cb323814-a42a-4cfe-bc74-03f595e56f6e" providerId="ADAL" clId="{DE5EAD64-A71D-4D3A-B780-F51017BF4B50}" dt="2019-10-31T12:23:21.969" v="5361" actId="20577"/>
        <pc:sldMkLst>
          <pc:docMk/>
          <pc:sldMk cId="2788910232" sldId="296"/>
        </pc:sldMkLst>
      </pc:sldChg>
      <pc:sldChg chg="del">
        <pc:chgData name="Sam O’Neil" userId="cb323814-a42a-4cfe-bc74-03f595e56f6e" providerId="ADAL" clId="{DE5EAD64-A71D-4D3A-B780-F51017BF4B50}" dt="2019-10-30T11:19:38.344" v="223" actId="2696"/>
        <pc:sldMkLst>
          <pc:docMk/>
          <pc:sldMk cId="4038239449" sldId="296"/>
        </pc:sldMkLst>
      </pc:sldChg>
      <pc:sldChg chg="del">
        <pc:chgData name="Sam O’Neil" userId="cb323814-a42a-4cfe-bc74-03f595e56f6e" providerId="ADAL" clId="{DE5EAD64-A71D-4D3A-B780-F51017BF4B50}" dt="2019-10-30T11:19:35.902" v="216" actId="2696"/>
        <pc:sldMkLst>
          <pc:docMk/>
          <pc:sldMk cId="976121304" sldId="297"/>
        </pc:sldMkLst>
      </pc:sldChg>
      <pc:sldChg chg="addSp delSp modSp add modAnim">
        <pc:chgData name="Sam O’Neil" userId="cb323814-a42a-4cfe-bc74-03f595e56f6e" providerId="ADAL" clId="{DE5EAD64-A71D-4D3A-B780-F51017BF4B50}" dt="2019-10-30T19:15:24.174" v="4861"/>
        <pc:sldMkLst>
          <pc:docMk/>
          <pc:sldMk cId="2832277328" sldId="297"/>
        </pc:sldMkLst>
      </pc:sldChg>
      <pc:sldChg chg="addSp delSp modSp add modAnim">
        <pc:chgData name="Sam O’Neil" userId="cb323814-a42a-4cfe-bc74-03f595e56f6e" providerId="ADAL" clId="{DE5EAD64-A71D-4D3A-B780-F51017BF4B50}" dt="2019-10-31T12:24:58.333" v="5367" actId="20577"/>
        <pc:sldMkLst>
          <pc:docMk/>
          <pc:sldMk cId="297669834" sldId="298"/>
        </pc:sldMkLst>
      </pc:sldChg>
      <pc:sldChg chg="del">
        <pc:chgData name="Sam O’Neil" userId="cb323814-a42a-4cfe-bc74-03f595e56f6e" providerId="ADAL" clId="{DE5EAD64-A71D-4D3A-B780-F51017BF4B50}" dt="2019-10-30T11:19:36.711" v="219" actId="2696"/>
        <pc:sldMkLst>
          <pc:docMk/>
          <pc:sldMk cId="2305522028" sldId="298"/>
        </pc:sldMkLst>
      </pc:sldChg>
      <pc:sldChg chg="del">
        <pc:chgData name="Sam O’Neil" userId="cb323814-a42a-4cfe-bc74-03f595e56f6e" providerId="ADAL" clId="{DE5EAD64-A71D-4D3A-B780-F51017BF4B50}" dt="2019-10-30T11:19:38.565" v="225" actId="2696"/>
        <pc:sldMkLst>
          <pc:docMk/>
          <pc:sldMk cId="1859362518" sldId="299"/>
        </pc:sldMkLst>
      </pc:sldChg>
      <pc:sldChg chg="addSp delSp modSp add delAnim modAnim">
        <pc:chgData name="Sam O’Neil" userId="cb323814-a42a-4cfe-bc74-03f595e56f6e" providerId="ADAL" clId="{DE5EAD64-A71D-4D3A-B780-F51017BF4B50}" dt="2019-10-30T16:35:07.851" v="4042"/>
        <pc:sldMkLst>
          <pc:docMk/>
          <pc:sldMk cId="1906797595" sldId="299"/>
        </pc:sldMkLst>
      </pc:sldChg>
      <pc:sldChg chg="addSp delSp modSp add delAnim modAnim">
        <pc:chgData name="Sam O’Neil" userId="cb323814-a42a-4cfe-bc74-03f595e56f6e" providerId="ADAL" clId="{DE5EAD64-A71D-4D3A-B780-F51017BF4B50}" dt="2019-10-30T16:35:21.596" v="4046"/>
        <pc:sldMkLst>
          <pc:docMk/>
          <pc:sldMk cId="2713656048" sldId="300"/>
        </pc:sldMkLst>
      </pc:sldChg>
      <pc:sldChg chg="addSp delSp modSp add delAnim modAnim">
        <pc:chgData name="Sam O’Neil" userId="cb323814-a42a-4cfe-bc74-03f595e56f6e" providerId="ADAL" clId="{DE5EAD64-A71D-4D3A-B780-F51017BF4B50}" dt="2019-10-30T19:28:28.392" v="5079" actId="20577"/>
        <pc:sldMkLst>
          <pc:docMk/>
          <pc:sldMk cId="3770277498" sldId="301"/>
        </pc:sldMkLst>
      </pc:sldChg>
      <pc:sldChg chg="addSp delSp modSp add modAnim">
        <pc:chgData name="Sam O’Neil" userId="cb323814-a42a-4cfe-bc74-03f595e56f6e" providerId="ADAL" clId="{DE5EAD64-A71D-4D3A-B780-F51017BF4B50}" dt="2019-10-30T19:30:16.983" v="5080" actId="478"/>
        <pc:sldMkLst>
          <pc:docMk/>
          <pc:sldMk cId="4108896939" sldId="302"/>
        </pc:sldMkLst>
      </pc:sldChg>
      <pc:sldChg chg="delSp modSp add modAnim">
        <pc:chgData name="Sam O’Neil" userId="cb323814-a42a-4cfe-bc74-03f595e56f6e" providerId="ADAL" clId="{DE5EAD64-A71D-4D3A-B780-F51017BF4B50}" dt="2019-10-30T20:04:28.237" v="5081" actId="478"/>
        <pc:sldMkLst>
          <pc:docMk/>
          <pc:sldMk cId="1996427595" sldId="303"/>
        </pc:sldMkLst>
      </pc:sldChg>
      <pc:sldChg chg="delSp modSp add modAnim">
        <pc:chgData name="Sam O’Neil" userId="cb323814-a42a-4cfe-bc74-03f595e56f6e" providerId="ADAL" clId="{DE5EAD64-A71D-4D3A-B780-F51017BF4B50}" dt="2019-10-30T20:04:48.515" v="5082" actId="478"/>
        <pc:sldMkLst>
          <pc:docMk/>
          <pc:sldMk cId="4209174142" sldId="304"/>
        </pc:sldMkLst>
      </pc:sldChg>
      <pc:sldChg chg="addSp delSp modSp add">
        <pc:chgData name="Sam O’Neil" userId="cb323814-a42a-4cfe-bc74-03f595e56f6e" providerId="ADAL" clId="{DE5EAD64-A71D-4D3A-B780-F51017BF4B50}" dt="2019-10-30T12:28:38.581" v="2155" actId="20577"/>
        <pc:sldMkLst>
          <pc:docMk/>
          <pc:sldMk cId="395634434" sldId="305"/>
        </pc:sldMkLst>
      </pc:sldChg>
      <pc:sldChg chg="addSp delSp modSp add modAnim">
        <pc:chgData name="Sam O’Neil" userId="cb323814-a42a-4cfe-bc74-03f595e56f6e" providerId="ADAL" clId="{DE5EAD64-A71D-4D3A-B780-F51017BF4B50}" dt="2019-10-30T20:05:10.854" v="5083"/>
        <pc:sldMkLst>
          <pc:docMk/>
          <pc:sldMk cId="2246994295" sldId="306"/>
        </pc:sldMkLst>
      </pc:sldChg>
      <pc:sldChg chg="addSp delSp modSp add modAnim">
        <pc:chgData name="Sam O’Neil" userId="cb323814-a42a-4cfe-bc74-03f595e56f6e" providerId="ADAL" clId="{DE5EAD64-A71D-4D3A-B780-F51017BF4B50}" dt="2019-10-30T20:35:44.929" v="5288" actId="20577"/>
        <pc:sldMkLst>
          <pc:docMk/>
          <pc:sldMk cId="1688978545" sldId="307"/>
        </pc:sldMkLst>
      </pc:sldChg>
      <pc:sldChg chg="addSp delSp modSp add modAnim">
        <pc:chgData name="Sam O’Neil" userId="cb323814-a42a-4cfe-bc74-03f595e56f6e" providerId="ADAL" clId="{DE5EAD64-A71D-4D3A-B780-F51017BF4B50}" dt="2019-10-30T20:35:28.172" v="5280" actId="20577"/>
        <pc:sldMkLst>
          <pc:docMk/>
          <pc:sldMk cId="33109785" sldId="308"/>
        </pc:sldMkLst>
      </pc:sldChg>
      <pc:sldChg chg="addSp delSp modSp add modAnim">
        <pc:chgData name="Sam O’Neil" userId="cb323814-a42a-4cfe-bc74-03f595e56f6e" providerId="ADAL" clId="{DE5EAD64-A71D-4D3A-B780-F51017BF4B50}" dt="2019-10-30T20:35:53.571" v="5292" actId="20577"/>
        <pc:sldMkLst>
          <pc:docMk/>
          <pc:sldMk cId="2333503007" sldId="309"/>
        </pc:sldMkLst>
      </pc:sldChg>
      <pc:sldChg chg="modSp add modAnim">
        <pc:chgData name="Sam O’Neil" userId="cb323814-a42a-4cfe-bc74-03f595e56f6e" providerId="ADAL" clId="{DE5EAD64-A71D-4D3A-B780-F51017BF4B50}" dt="2019-10-30T20:40:02.052" v="5328" actId="20577"/>
        <pc:sldMkLst>
          <pc:docMk/>
          <pc:sldMk cId="3914801083" sldId="310"/>
        </pc:sldMkLst>
      </pc:sldChg>
      <pc:sldChg chg="modSp add modAnim">
        <pc:chgData name="Sam O’Neil" userId="cb323814-a42a-4cfe-bc74-03f595e56f6e" providerId="ADAL" clId="{DE5EAD64-A71D-4D3A-B780-F51017BF4B50}" dt="2019-10-30T20:35:39.757" v="5284" actId="20577"/>
        <pc:sldMkLst>
          <pc:docMk/>
          <pc:sldMk cId="2976530976" sldId="311"/>
        </pc:sldMkLst>
      </pc:sldChg>
      <pc:sldChg chg="addSp delSp modSp add ord modAnim">
        <pc:chgData name="Sam O’Neil" userId="cb323814-a42a-4cfe-bc74-03f595e56f6e" providerId="ADAL" clId="{DE5EAD64-A71D-4D3A-B780-F51017BF4B50}" dt="2019-10-30T20:40:15.389" v="5333"/>
        <pc:sldMkLst>
          <pc:docMk/>
          <pc:sldMk cId="757591041" sldId="312"/>
        </pc:sldMkLst>
      </pc:sldChg>
      <pc:sldChg chg="modSp add del">
        <pc:chgData name="Sam O’Neil" userId="cb323814-a42a-4cfe-bc74-03f595e56f6e" providerId="ADAL" clId="{DE5EAD64-A71D-4D3A-B780-F51017BF4B50}" dt="2019-10-30T16:33:02.264" v="4025" actId="2696"/>
        <pc:sldMkLst>
          <pc:docMk/>
          <pc:sldMk cId="3543807261" sldId="312"/>
        </pc:sldMkLst>
      </pc:sldChg>
      <pc:sldChg chg="addSp delSp modSp add delAnim modAnim">
        <pc:chgData name="Sam O’Neil" userId="cb323814-a42a-4cfe-bc74-03f595e56f6e" providerId="ADAL" clId="{DE5EAD64-A71D-4D3A-B780-F51017BF4B50}" dt="2019-10-30T16:55:10.313" v="4512" actId="20577"/>
        <pc:sldMkLst>
          <pc:docMk/>
          <pc:sldMk cId="181662958" sldId="313"/>
        </pc:sldMkLst>
      </pc:sldChg>
      <pc:sldChg chg="modSp add modAnim">
        <pc:chgData name="Sam O’Neil" userId="cb323814-a42a-4cfe-bc74-03f595e56f6e" providerId="ADAL" clId="{DE5EAD64-A71D-4D3A-B780-F51017BF4B50}" dt="2019-10-30T20:38:55.263" v="5319"/>
        <pc:sldMkLst>
          <pc:docMk/>
          <pc:sldMk cId="3249660774" sldId="314"/>
        </pc:sldMkLst>
      </pc:sldChg>
      <pc:sldChg chg="modSp add modAnim">
        <pc:chgData name="Sam O’Neil" userId="cb323814-a42a-4cfe-bc74-03f595e56f6e" providerId="ADAL" clId="{DE5EAD64-A71D-4D3A-B780-F51017BF4B50}" dt="2019-10-30T20:40:40.735" v="5339" actId="20577"/>
        <pc:sldMkLst>
          <pc:docMk/>
          <pc:sldMk cId="2685382373" sldId="315"/>
        </pc:sldMkLst>
      </pc:sldChg>
      <pc:sldChg chg="addSp delSp modSp add modAnim">
        <pc:chgData name="Sam O’Neil" userId="cb323814-a42a-4cfe-bc74-03f595e56f6e" providerId="ADAL" clId="{DE5EAD64-A71D-4D3A-B780-F51017BF4B50}" dt="2019-10-30T20:39:26.679" v="5322"/>
        <pc:sldMkLst>
          <pc:docMk/>
          <pc:sldMk cId="1636974708" sldId="316"/>
        </pc:sldMkLst>
      </pc:sldChg>
      <pc:sldChg chg="addSp delSp modSp add modAnim">
        <pc:chgData name="Sam O’Neil" userId="cb323814-a42a-4cfe-bc74-03f595e56f6e" providerId="ADAL" clId="{DE5EAD64-A71D-4D3A-B780-F51017BF4B50}" dt="2019-10-30T20:41:27.964" v="5347" actId="20577"/>
        <pc:sldMkLst>
          <pc:docMk/>
          <pc:sldMk cId="2063631930" sldId="317"/>
        </pc:sldMkLst>
      </pc:sldChg>
    </pc:docChg>
  </pc:docChgLst>
  <pc:docChgLst>
    <pc:chgData name="Sam O’Neil" userId="cb323814-a42a-4cfe-bc74-03f595e56f6e" providerId="ADAL" clId="{E72C7254-0F4D-47F9-B6CA-D16DE2F90D9F}"/>
    <pc:docChg chg="undo custSel addSld delSld modSld">
      <pc:chgData name="Sam O’Neil" userId="cb323814-a42a-4cfe-bc74-03f595e56f6e" providerId="ADAL" clId="{E72C7254-0F4D-47F9-B6CA-D16DE2F90D9F}" dt="2019-11-12T15:05:38.287" v="1664" actId="1076"/>
      <pc:docMkLst>
        <pc:docMk/>
      </pc:docMkLst>
      <pc:sldChg chg="addSp delSp modSp">
        <pc:chgData name="Sam O’Neil" userId="cb323814-a42a-4cfe-bc74-03f595e56f6e" providerId="ADAL" clId="{E72C7254-0F4D-47F9-B6CA-D16DE2F90D9F}" dt="2019-11-12T13:48:55.941" v="77" actId="478"/>
        <pc:sldMkLst>
          <pc:docMk/>
          <pc:sldMk cId="110775907" sldId="256"/>
        </pc:sldMkLst>
      </pc:sldChg>
      <pc:sldChg chg="modSp">
        <pc:chgData name="Sam O’Neil" userId="cb323814-a42a-4cfe-bc74-03f595e56f6e" providerId="ADAL" clId="{E72C7254-0F4D-47F9-B6CA-D16DE2F90D9F}" dt="2019-11-12T13:49:39.835" v="112" actId="20577"/>
        <pc:sldMkLst>
          <pc:docMk/>
          <pc:sldMk cId="2464477114" sldId="257"/>
        </pc:sldMkLst>
      </pc:sldChg>
      <pc:sldChg chg="addSp modSp add modTransition">
        <pc:chgData name="Sam O’Neil" userId="cb323814-a42a-4cfe-bc74-03f595e56f6e" providerId="ADAL" clId="{E72C7254-0F4D-47F9-B6CA-D16DE2F90D9F}" dt="2019-11-12T14:27:28.827" v="757" actId="1036"/>
        <pc:sldMkLst>
          <pc:docMk/>
          <pc:sldMk cId="3226419782" sldId="262"/>
        </pc:sldMkLst>
      </pc:sldChg>
      <pc:sldChg chg="addSp delSp modSp add">
        <pc:chgData name="Sam O’Neil" userId="cb323814-a42a-4cfe-bc74-03f595e56f6e" providerId="ADAL" clId="{E72C7254-0F4D-47F9-B6CA-D16DE2F90D9F}" dt="2019-11-12T14:58:02.024" v="1373" actId="1076"/>
        <pc:sldMkLst>
          <pc:docMk/>
          <pc:sldMk cId="2913395776" sldId="263"/>
        </pc:sldMkLst>
      </pc:sldChg>
      <pc:sldChg chg="addSp delSp modSp add">
        <pc:chgData name="Sam O’Neil" userId="cb323814-a42a-4cfe-bc74-03f595e56f6e" providerId="ADAL" clId="{E72C7254-0F4D-47F9-B6CA-D16DE2F90D9F}" dt="2019-11-12T15:03:58.345" v="1613" actId="20577"/>
        <pc:sldMkLst>
          <pc:docMk/>
          <pc:sldMk cId="2314261482" sldId="264"/>
        </pc:sldMkLst>
      </pc:sldChg>
      <pc:sldChg chg="modSp add">
        <pc:chgData name="Sam O’Neil" userId="cb323814-a42a-4cfe-bc74-03f595e56f6e" providerId="ADAL" clId="{E72C7254-0F4D-47F9-B6CA-D16DE2F90D9F}" dt="2019-11-12T13:57:25.907" v="305" actId="20577"/>
        <pc:sldMkLst>
          <pc:docMk/>
          <pc:sldMk cId="2213492359" sldId="265"/>
        </pc:sldMkLst>
      </pc:sldChg>
      <pc:sldChg chg="modSp add">
        <pc:chgData name="Sam O’Neil" userId="cb323814-a42a-4cfe-bc74-03f595e56f6e" providerId="ADAL" clId="{E72C7254-0F4D-47F9-B6CA-D16DE2F90D9F}" dt="2019-11-12T13:58:16.392" v="421" actId="20577"/>
        <pc:sldMkLst>
          <pc:docMk/>
          <pc:sldMk cId="2142058016" sldId="266"/>
        </pc:sldMkLst>
      </pc:sldChg>
      <pc:sldChg chg="modSp add">
        <pc:chgData name="Sam O’Neil" userId="cb323814-a42a-4cfe-bc74-03f595e56f6e" providerId="ADAL" clId="{E72C7254-0F4D-47F9-B6CA-D16DE2F90D9F}" dt="2019-11-12T13:59:48.455" v="447" actId="20577"/>
        <pc:sldMkLst>
          <pc:docMk/>
          <pc:sldMk cId="883166761" sldId="267"/>
        </pc:sldMkLst>
      </pc:sldChg>
      <pc:sldChg chg="modSp add">
        <pc:chgData name="Sam O’Neil" userId="cb323814-a42a-4cfe-bc74-03f595e56f6e" providerId="ADAL" clId="{E72C7254-0F4D-47F9-B6CA-D16DE2F90D9F}" dt="2019-11-12T14:00:08.484" v="462" actId="20577"/>
        <pc:sldMkLst>
          <pc:docMk/>
          <pc:sldMk cId="2923059188" sldId="268"/>
        </pc:sldMkLst>
      </pc:sldChg>
      <pc:sldChg chg="modSp add">
        <pc:chgData name="Sam O’Neil" userId="cb323814-a42a-4cfe-bc74-03f595e56f6e" providerId="ADAL" clId="{E72C7254-0F4D-47F9-B6CA-D16DE2F90D9F}" dt="2019-11-12T14:02:24.724" v="537" actId="20577"/>
        <pc:sldMkLst>
          <pc:docMk/>
          <pc:sldMk cId="4259491064" sldId="269"/>
        </pc:sldMkLst>
      </pc:sldChg>
      <pc:sldChg chg="addSp delSp modSp add">
        <pc:chgData name="Sam O’Neil" userId="cb323814-a42a-4cfe-bc74-03f595e56f6e" providerId="ADAL" clId="{E72C7254-0F4D-47F9-B6CA-D16DE2F90D9F}" dt="2019-11-12T14:52:44.812" v="1238" actId="20577"/>
        <pc:sldMkLst>
          <pc:docMk/>
          <pc:sldMk cId="2458902969" sldId="270"/>
        </pc:sldMkLst>
      </pc:sldChg>
      <pc:sldChg chg="addSp modSp add">
        <pc:chgData name="Sam O’Neil" userId="cb323814-a42a-4cfe-bc74-03f595e56f6e" providerId="ADAL" clId="{E72C7254-0F4D-47F9-B6CA-D16DE2F90D9F}" dt="2019-11-12T15:05:38.287" v="1664" actId="1076"/>
        <pc:sldMkLst>
          <pc:docMk/>
          <pc:sldMk cId="1366319027" sldId="271"/>
        </pc:sldMkLst>
      </pc:sldChg>
      <pc:sldChg chg="addSp delSp modSp add">
        <pc:chgData name="Sam O’Neil" userId="cb323814-a42a-4cfe-bc74-03f595e56f6e" providerId="ADAL" clId="{E72C7254-0F4D-47F9-B6CA-D16DE2F90D9F}" dt="2019-11-12T14:58:29.560" v="1411" actId="20577"/>
        <pc:sldMkLst>
          <pc:docMk/>
          <pc:sldMk cId="4196707492" sldId="272"/>
        </pc:sldMkLst>
      </pc:sldChg>
      <pc:sldChg chg="modSp add">
        <pc:chgData name="Sam O’Neil" userId="cb323814-a42a-4cfe-bc74-03f595e56f6e" providerId="ADAL" clId="{E72C7254-0F4D-47F9-B6CA-D16DE2F90D9F}" dt="2019-11-12T15:04:08.123" v="1633" actId="20577"/>
        <pc:sldMkLst>
          <pc:docMk/>
          <pc:sldMk cId="2430772097" sldId="273"/>
        </pc:sldMkLst>
      </pc:sldChg>
      <pc:sldChg chg="del">
        <pc:chgData name="Sam O’Neil" userId="cb323814-a42a-4cfe-bc74-03f595e56f6e" providerId="ADAL" clId="{E72C7254-0F4D-47F9-B6CA-D16DE2F90D9F}" dt="2019-11-12T13:48:01.964" v="3" actId="2696"/>
        <pc:sldMkLst>
          <pc:docMk/>
          <pc:sldMk cId="674261045" sldId="274"/>
        </pc:sldMkLst>
      </pc:sldChg>
      <pc:sldChg chg="addSp delSp modSp add">
        <pc:chgData name="Sam O’Neil" userId="cb323814-a42a-4cfe-bc74-03f595e56f6e" providerId="ADAL" clId="{E72C7254-0F4D-47F9-B6CA-D16DE2F90D9F}" dt="2019-11-12T15:05:27.296" v="1663" actId="1076"/>
        <pc:sldMkLst>
          <pc:docMk/>
          <pc:sldMk cId="2431734939" sldId="274"/>
        </pc:sldMkLst>
      </pc:sldChg>
      <pc:sldChg chg="del">
        <pc:chgData name="Sam O’Neil" userId="cb323814-a42a-4cfe-bc74-03f595e56f6e" providerId="ADAL" clId="{E72C7254-0F4D-47F9-B6CA-D16DE2F90D9F}" dt="2019-11-12T13:48:02.292" v="6" actId="2696"/>
        <pc:sldMkLst>
          <pc:docMk/>
          <pc:sldMk cId="1245560113" sldId="293"/>
        </pc:sldMkLst>
      </pc:sldChg>
      <pc:sldChg chg="del">
        <pc:chgData name="Sam O’Neil" userId="cb323814-a42a-4cfe-bc74-03f595e56f6e" providerId="ADAL" clId="{E72C7254-0F4D-47F9-B6CA-D16DE2F90D9F}" dt="2019-11-12T13:49:00.993" v="78" actId="2696"/>
        <pc:sldMkLst>
          <pc:docMk/>
          <pc:sldMk cId="70229734" sldId="294"/>
        </pc:sldMkLst>
      </pc:sldChg>
      <pc:sldChg chg="del">
        <pc:chgData name="Sam O’Neil" userId="cb323814-a42a-4cfe-bc74-03f595e56f6e" providerId="ADAL" clId="{E72C7254-0F4D-47F9-B6CA-D16DE2F90D9F}" dt="2019-11-12T13:48:02.667" v="7" actId="2696"/>
        <pc:sldMkLst>
          <pc:docMk/>
          <pc:sldMk cId="2098889634" sldId="295"/>
        </pc:sldMkLst>
      </pc:sldChg>
      <pc:sldChg chg="del">
        <pc:chgData name="Sam O’Neil" userId="cb323814-a42a-4cfe-bc74-03f595e56f6e" providerId="ADAL" clId="{E72C7254-0F4D-47F9-B6CA-D16DE2F90D9F}" dt="2019-11-12T13:48:03.058" v="8" actId="2696"/>
        <pc:sldMkLst>
          <pc:docMk/>
          <pc:sldMk cId="1411796785" sldId="296"/>
        </pc:sldMkLst>
      </pc:sldChg>
      <pc:sldChg chg="del">
        <pc:chgData name="Sam O’Neil" userId="cb323814-a42a-4cfe-bc74-03f595e56f6e" providerId="ADAL" clId="{E72C7254-0F4D-47F9-B6CA-D16DE2F90D9F}" dt="2019-11-12T13:48:03.558" v="9" actId="2696"/>
        <pc:sldMkLst>
          <pc:docMk/>
          <pc:sldMk cId="188975121" sldId="297"/>
        </pc:sldMkLst>
      </pc:sldChg>
      <pc:sldChg chg="del">
        <pc:chgData name="Sam O’Neil" userId="cb323814-a42a-4cfe-bc74-03f595e56f6e" providerId="ADAL" clId="{E72C7254-0F4D-47F9-B6CA-D16DE2F90D9F}" dt="2019-11-12T13:48:04.027" v="10" actId="2696"/>
        <pc:sldMkLst>
          <pc:docMk/>
          <pc:sldMk cId="3026139076" sldId="298"/>
        </pc:sldMkLst>
      </pc:sldChg>
      <pc:sldChg chg="del">
        <pc:chgData name="Sam O’Neil" userId="cb323814-a42a-4cfe-bc74-03f595e56f6e" providerId="ADAL" clId="{E72C7254-0F4D-47F9-B6CA-D16DE2F90D9F}" dt="2019-11-12T13:48:04.527" v="11" actId="2696"/>
        <pc:sldMkLst>
          <pc:docMk/>
          <pc:sldMk cId="230864193" sldId="299"/>
        </pc:sldMkLst>
      </pc:sldChg>
      <pc:sldChg chg="del">
        <pc:chgData name="Sam O’Neil" userId="cb323814-a42a-4cfe-bc74-03f595e56f6e" providerId="ADAL" clId="{E72C7254-0F4D-47F9-B6CA-D16DE2F90D9F}" dt="2019-11-12T13:48:04.970" v="12" actId="2696"/>
        <pc:sldMkLst>
          <pc:docMk/>
          <pc:sldMk cId="4135857540" sldId="300"/>
        </pc:sldMkLst>
      </pc:sldChg>
      <pc:sldChg chg="del">
        <pc:chgData name="Sam O’Neil" userId="cb323814-a42a-4cfe-bc74-03f595e56f6e" providerId="ADAL" clId="{E72C7254-0F4D-47F9-B6CA-D16DE2F90D9F}" dt="2019-11-12T13:48:05.407" v="13" actId="2696"/>
        <pc:sldMkLst>
          <pc:docMk/>
          <pc:sldMk cId="2314626422" sldId="301"/>
        </pc:sldMkLst>
      </pc:sldChg>
      <pc:sldChg chg="del">
        <pc:chgData name="Sam O’Neil" userId="cb323814-a42a-4cfe-bc74-03f595e56f6e" providerId="ADAL" clId="{E72C7254-0F4D-47F9-B6CA-D16DE2F90D9F}" dt="2019-11-12T13:48:05.815" v="14" actId="2696"/>
        <pc:sldMkLst>
          <pc:docMk/>
          <pc:sldMk cId="2996085282" sldId="302"/>
        </pc:sldMkLst>
      </pc:sldChg>
      <pc:sldChg chg="del">
        <pc:chgData name="Sam O’Neil" userId="cb323814-a42a-4cfe-bc74-03f595e56f6e" providerId="ADAL" clId="{E72C7254-0F4D-47F9-B6CA-D16DE2F90D9F}" dt="2019-11-12T13:48:05.851" v="15" actId="2696"/>
        <pc:sldMkLst>
          <pc:docMk/>
          <pc:sldMk cId="1844912782" sldId="304"/>
        </pc:sldMkLst>
      </pc:sldChg>
      <pc:sldChg chg="del">
        <pc:chgData name="Sam O’Neil" userId="cb323814-a42a-4cfe-bc74-03f595e56f6e" providerId="ADAL" clId="{E72C7254-0F4D-47F9-B6CA-D16DE2F90D9F}" dt="2019-11-12T13:48:05.983" v="16" actId="2696"/>
        <pc:sldMkLst>
          <pc:docMk/>
          <pc:sldMk cId="1214152154" sldId="305"/>
        </pc:sldMkLst>
      </pc:sldChg>
      <pc:sldChg chg="del">
        <pc:chgData name="Sam O’Neil" userId="cb323814-a42a-4cfe-bc74-03f595e56f6e" providerId="ADAL" clId="{E72C7254-0F4D-47F9-B6CA-D16DE2F90D9F}" dt="2019-11-12T13:48:06.095" v="17" actId="2696"/>
        <pc:sldMkLst>
          <pc:docMk/>
          <pc:sldMk cId="407957214" sldId="306"/>
        </pc:sldMkLst>
      </pc:sldChg>
      <pc:sldChg chg="del">
        <pc:chgData name="Sam O’Neil" userId="cb323814-a42a-4cfe-bc74-03f595e56f6e" providerId="ADAL" clId="{E72C7254-0F4D-47F9-B6CA-D16DE2F90D9F}" dt="2019-11-12T13:48:06.139" v="19" actId="2696"/>
        <pc:sldMkLst>
          <pc:docMk/>
          <pc:sldMk cId="1869720662" sldId="307"/>
        </pc:sldMkLst>
      </pc:sldChg>
      <pc:sldChg chg="del">
        <pc:chgData name="Sam O’Neil" userId="cb323814-a42a-4cfe-bc74-03f595e56f6e" providerId="ADAL" clId="{E72C7254-0F4D-47F9-B6CA-D16DE2F90D9F}" dt="2019-11-12T13:48:06.123" v="18" actId="2696"/>
        <pc:sldMkLst>
          <pc:docMk/>
          <pc:sldMk cId="3578117176" sldId="308"/>
        </pc:sldMkLst>
      </pc:sldChg>
      <pc:sldChg chg="del">
        <pc:chgData name="Sam O’Neil" userId="cb323814-a42a-4cfe-bc74-03f595e56f6e" providerId="ADAL" clId="{E72C7254-0F4D-47F9-B6CA-D16DE2F90D9F}" dt="2019-11-12T13:48:06.470" v="20" actId="2696"/>
        <pc:sldMkLst>
          <pc:docMk/>
          <pc:sldMk cId="3511928732" sldId="309"/>
        </pc:sldMkLst>
      </pc:sldChg>
      <pc:sldChg chg="del">
        <pc:chgData name="Sam O’Neil" userId="cb323814-a42a-4cfe-bc74-03f595e56f6e" providerId="ADAL" clId="{E72C7254-0F4D-47F9-B6CA-D16DE2F90D9F}" dt="2019-11-12T13:48:07.297" v="22" actId="2696"/>
        <pc:sldMkLst>
          <pc:docMk/>
          <pc:sldMk cId="1582779011" sldId="310"/>
        </pc:sldMkLst>
      </pc:sldChg>
      <pc:sldChg chg="del">
        <pc:chgData name="Sam O’Neil" userId="cb323814-a42a-4cfe-bc74-03f595e56f6e" providerId="ADAL" clId="{E72C7254-0F4D-47F9-B6CA-D16DE2F90D9F}" dt="2019-11-12T13:48:07.047" v="21" actId="2696"/>
        <pc:sldMkLst>
          <pc:docMk/>
          <pc:sldMk cId="4139777861" sldId="311"/>
        </pc:sldMkLst>
      </pc:sldChg>
      <pc:sldChg chg="del">
        <pc:chgData name="Sam O’Neil" userId="cb323814-a42a-4cfe-bc74-03f595e56f6e" providerId="ADAL" clId="{E72C7254-0F4D-47F9-B6CA-D16DE2F90D9F}" dt="2019-11-12T13:48:02.198" v="5" actId="2696"/>
        <pc:sldMkLst>
          <pc:docMk/>
          <pc:sldMk cId="725933525" sldId="312"/>
        </pc:sldMkLst>
      </pc:sldChg>
      <pc:sldChg chg="del">
        <pc:chgData name="Sam O’Neil" userId="cb323814-a42a-4cfe-bc74-03f595e56f6e" providerId="ADAL" clId="{E72C7254-0F4D-47F9-B6CA-D16DE2F90D9F}" dt="2019-11-12T13:48:02.167" v="4" actId="2696"/>
        <pc:sldMkLst>
          <pc:docMk/>
          <pc:sldMk cId="1881652749" sldId="313"/>
        </pc:sldMkLst>
      </pc:sldChg>
      <pc:sldChg chg="del">
        <pc:chgData name="Sam O’Neil" userId="cb323814-a42a-4cfe-bc74-03f595e56f6e" providerId="ADAL" clId="{E72C7254-0F4D-47F9-B6CA-D16DE2F90D9F}" dt="2019-11-12T13:48:01.323" v="0" actId="2696"/>
        <pc:sldMkLst>
          <pc:docMk/>
          <pc:sldMk cId="700290561" sldId="315"/>
        </pc:sldMkLst>
      </pc:sldChg>
      <pc:sldChg chg="del">
        <pc:chgData name="Sam O’Neil" userId="cb323814-a42a-4cfe-bc74-03f595e56f6e" providerId="ADAL" clId="{E72C7254-0F4D-47F9-B6CA-D16DE2F90D9F}" dt="2019-11-12T13:48:01.542" v="1" actId="2696"/>
        <pc:sldMkLst>
          <pc:docMk/>
          <pc:sldMk cId="4064605988" sldId="316"/>
        </pc:sldMkLst>
      </pc:sldChg>
      <pc:sldChg chg="del">
        <pc:chgData name="Sam O’Neil" userId="cb323814-a42a-4cfe-bc74-03f595e56f6e" providerId="ADAL" clId="{E72C7254-0F4D-47F9-B6CA-D16DE2F90D9F}" dt="2019-11-12T13:48:01.761" v="2" actId="2696"/>
        <pc:sldMkLst>
          <pc:docMk/>
          <pc:sldMk cId="2071165366" sldId="317"/>
        </pc:sldMkLst>
      </pc:sldChg>
      <pc:sldChg chg="del">
        <pc:chgData name="Sam O’Neil" userId="cb323814-a42a-4cfe-bc74-03f595e56f6e" providerId="ADAL" clId="{E72C7254-0F4D-47F9-B6CA-D16DE2F90D9F}" dt="2019-11-12T13:48:07.344" v="23" actId="2696"/>
        <pc:sldMkLst>
          <pc:docMk/>
          <pc:sldMk cId="2747885837" sldId="318"/>
        </pc:sldMkLst>
      </pc:sldChg>
      <pc:sldChg chg="del">
        <pc:chgData name="Sam O’Neil" userId="cb323814-a42a-4cfe-bc74-03f595e56f6e" providerId="ADAL" clId="{E72C7254-0F4D-47F9-B6CA-D16DE2F90D9F}" dt="2019-11-12T13:48:07.407" v="24" actId="2696"/>
        <pc:sldMkLst>
          <pc:docMk/>
          <pc:sldMk cId="4013387706" sldId="319"/>
        </pc:sldMkLst>
      </pc:sldChg>
    </pc:docChg>
  </pc:docChgLst>
  <pc:docChgLst>
    <pc:chgData name="Sam O'Neill" userId="cb323814-a42a-4cfe-bc74-03f595e56f6e" providerId="ADAL" clId="{F90780B0-BCFD-42CA-8E10-AD132F0BBEA7}"/>
    <pc:docChg chg="undo custSel modSld">
      <pc:chgData name="Sam O'Neill" userId="cb323814-a42a-4cfe-bc74-03f595e56f6e" providerId="ADAL" clId="{F90780B0-BCFD-42CA-8E10-AD132F0BBEA7}" dt="2024-02-06T12:50:07.070" v="189" actId="20577"/>
      <pc:docMkLst>
        <pc:docMk/>
      </pc:docMkLst>
      <pc:sldChg chg="modSp modAnim">
        <pc:chgData name="Sam O'Neill" userId="cb323814-a42a-4cfe-bc74-03f595e56f6e" providerId="ADAL" clId="{F90780B0-BCFD-42CA-8E10-AD132F0BBEA7}" dt="2024-02-06T12:43:40.502" v="117" actId="20577"/>
        <pc:sldMkLst>
          <pc:docMk/>
          <pc:sldMk cId="1372416909" sldId="320"/>
        </pc:sldMkLst>
      </pc:sldChg>
      <pc:sldChg chg="modSp mod">
        <pc:chgData name="Sam O'Neill" userId="cb323814-a42a-4cfe-bc74-03f595e56f6e" providerId="ADAL" clId="{F90780B0-BCFD-42CA-8E10-AD132F0BBEA7}" dt="2024-02-06T12:44:29.236" v="125" actId="20577"/>
        <pc:sldMkLst>
          <pc:docMk/>
          <pc:sldMk cId="2066874544" sldId="321"/>
        </pc:sldMkLst>
      </pc:sldChg>
      <pc:sldChg chg="modSp mod">
        <pc:chgData name="Sam O'Neill" userId="cb323814-a42a-4cfe-bc74-03f595e56f6e" providerId="ADAL" clId="{F90780B0-BCFD-42CA-8E10-AD132F0BBEA7}" dt="2024-02-06T12:48:20.166" v="185" actId="27636"/>
        <pc:sldMkLst>
          <pc:docMk/>
          <pc:sldMk cId="4134767169" sldId="323"/>
        </pc:sldMkLst>
      </pc:sldChg>
      <pc:sldChg chg="delSp modSp mod">
        <pc:chgData name="Sam O'Neill" userId="cb323814-a42a-4cfe-bc74-03f595e56f6e" providerId="ADAL" clId="{F90780B0-BCFD-42CA-8E10-AD132F0BBEA7}" dt="2024-02-06T12:47:56.030" v="175" actId="478"/>
        <pc:sldMkLst>
          <pc:docMk/>
          <pc:sldMk cId="3372701972" sldId="332"/>
        </pc:sldMkLst>
      </pc:sldChg>
      <pc:sldChg chg="modSp mod">
        <pc:chgData name="Sam O'Neill" userId="cb323814-a42a-4cfe-bc74-03f595e56f6e" providerId="ADAL" clId="{F90780B0-BCFD-42CA-8E10-AD132F0BBEA7}" dt="2024-02-06T12:50:07.070" v="189" actId="20577"/>
        <pc:sldMkLst>
          <pc:docMk/>
          <pc:sldMk cId="544334578" sldId="339"/>
        </pc:sldMkLst>
      </pc:sldChg>
      <pc:sldChg chg="modSp mod">
        <pc:chgData name="Sam O'Neill" userId="cb323814-a42a-4cfe-bc74-03f595e56f6e" providerId="ADAL" clId="{F90780B0-BCFD-42CA-8E10-AD132F0BBEA7}" dt="2024-02-06T12:43:13.901" v="115" actId="20577"/>
        <pc:sldMkLst>
          <pc:docMk/>
          <pc:sldMk cId="1107265482" sldId="349"/>
        </pc:sldMkLst>
      </pc:sldChg>
      <pc:sldChg chg="addSp modSp mod">
        <pc:chgData name="Sam O'Neill" userId="cb323814-a42a-4cfe-bc74-03f595e56f6e" providerId="ADAL" clId="{F90780B0-BCFD-42CA-8E10-AD132F0BBEA7}" dt="2024-02-06T12:37:44.983" v="58" actId="1076"/>
        <pc:sldMkLst>
          <pc:docMk/>
          <pc:sldMk cId="2529980565" sldId="351"/>
        </pc:sldMkLst>
      </pc:sldChg>
      <pc:sldChg chg="modSp mod modAnim">
        <pc:chgData name="Sam O'Neill" userId="cb323814-a42a-4cfe-bc74-03f595e56f6e" providerId="ADAL" clId="{F90780B0-BCFD-42CA-8E10-AD132F0BBEA7}" dt="2024-02-06T12:42:26.464" v="94" actId="20577"/>
        <pc:sldMkLst>
          <pc:docMk/>
          <pc:sldMk cId="3087532117" sldId="352"/>
        </pc:sldMkLst>
      </pc:sldChg>
      <pc:sldChg chg="modSp">
        <pc:chgData name="Sam O'Neill" userId="cb323814-a42a-4cfe-bc74-03f595e56f6e" providerId="ADAL" clId="{F90780B0-BCFD-42CA-8E10-AD132F0BBEA7}" dt="2024-02-06T12:38:17.290" v="62" actId="20577"/>
        <pc:sldMkLst>
          <pc:docMk/>
          <pc:sldMk cId="403897775" sldId="359"/>
        </pc:sldMkLst>
      </pc:sldChg>
      <pc:sldChg chg="modSp">
        <pc:chgData name="Sam O'Neill" userId="cb323814-a42a-4cfe-bc74-03f595e56f6e" providerId="ADAL" clId="{F90780B0-BCFD-42CA-8E10-AD132F0BBEA7}" dt="2024-02-06T12:41:11.236" v="67" actId="20577"/>
        <pc:sldMkLst>
          <pc:docMk/>
          <pc:sldMk cId="669141773" sldId="360"/>
        </pc:sldMkLst>
      </pc:sldChg>
      <pc:sldChg chg="modSp">
        <pc:chgData name="Sam O'Neill" userId="cb323814-a42a-4cfe-bc74-03f595e56f6e" providerId="ADAL" clId="{F90780B0-BCFD-42CA-8E10-AD132F0BBEA7}" dt="2024-02-06T12:39:22.538" v="65" actId="20577"/>
        <pc:sldMkLst>
          <pc:docMk/>
          <pc:sldMk cId="1141663153" sldId="361"/>
        </pc:sldMkLst>
      </pc:sldChg>
    </pc:docChg>
  </pc:docChgLst>
  <pc:docChgLst>
    <pc:chgData name="Sam O'Neill" userId="cb323814-a42a-4cfe-bc74-03f595e56f6e" providerId="ADAL" clId="{28DDAB4E-BC94-49DA-B67D-93746AA8B23E}"/>
    <pc:docChg chg="undo custSel addSld delSld modSld sldOrd">
      <pc:chgData name="Sam O'Neill" userId="cb323814-a42a-4cfe-bc74-03f595e56f6e" providerId="ADAL" clId="{28DDAB4E-BC94-49DA-B67D-93746AA8B23E}" dt="2019-11-13T13:27:01.715" v="1619" actId="6549"/>
      <pc:docMkLst>
        <pc:docMk/>
      </pc:docMkLst>
      <pc:sldChg chg="modSp">
        <pc:chgData name="Sam O'Neill" userId="cb323814-a42a-4cfe-bc74-03f595e56f6e" providerId="ADAL" clId="{28DDAB4E-BC94-49DA-B67D-93746AA8B23E}" dt="2019-11-13T13:25:50.050" v="1579" actId="20577"/>
        <pc:sldMkLst>
          <pc:docMk/>
          <pc:sldMk cId="2464477114" sldId="257"/>
        </pc:sldMkLst>
      </pc:sldChg>
      <pc:sldChg chg="modSp">
        <pc:chgData name="Sam O'Neill" userId="cb323814-a42a-4cfe-bc74-03f595e56f6e" providerId="ADAL" clId="{28DDAB4E-BC94-49DA-B67D-93746AA8B23E}" dt="2019-11-13T12:49:13.878" v="25" actId="1076"/>
        <pc:sldMkLst>
          <pc:docMk/>
          <pc:sldMk cId="2314261482" sldId="264"/>
        </pc:sldMkLst>
      </pc:sldChg>
      <pc:sldChg chg="modSp ord">
        <pc:chgData name="Sam O'Neill" userId="cb323814-a42a-4cfe-bc74-03f595e56f6e" providerId="ADAL" clId="{28DDAB4E-BC94-49DA-B67D-93746AA8B23E}" dt="2019-11-13T13:16:18.841" v="885"/>
        <pc:sldMkLst>
          <pc:docMk/>
          <pc:sldMk cId="2923059188" sldId="268"/>
        </pc:sldMkLst>
      </pc:sldChg>
      <pc:sldChg chg="modSp">
        <pc:chgData name="Sam O'Neill" userId="cb323814-a42a-4cfe-bc74-03f595e56f6e" providerId="ADAL" clId="{28DDAB4E-BC94-49DA-B67D-93746AA8B23E}" dt="2019-11-13T12:50:08.870" v="60" actId="1076"/>
        <pc:sldMkLst>
          <pc:docMk/>
          <pc:sldMk cId="1366319027" sldId="271"/>
        </pc:sldMkLst>
      </pc:sldChg>
      <pc:sldChg chg="modSp ord">
        <pc:chgData name="Sam O'Neill" userId="cb323814-a42a-4cfe-bc74-03f595e56f6e" providerId="ADAL" clId="{28DDAB4E-BC94-49DA-B67D-93746AA8B23E}" dt="2019-11-13T12:50:37.270" v="63" actId="1076"/>
        <pc:sldMkLst>
          <pc:docMk/>
          <pc:sldMk cId="2431734939" sldId="274"/>
        </pc:sldMkLst>
      </pc:sldChg>
      <pc:sldChg chg="modSp">
        <pc:chgData name="Sam O'Neill" userId="cb323814-a42a-4cfe-bc74-03f595e56f6e" providerId="ADAL" clId="{28DDAB4E-BC94-49DA-B67D-93746AA8B23E}" dt="2019-11-13T13:00:47.322" v="380" actId="20577"/>
        <pc:sldMkLst>
          <pc:docMk/>
          <pc:sldMk cId="1891308513" sldId="275"/>
        </pc:sldMkLst>
      </pc:sldChg>
      <pc:sldChg chg="modSp">
        <pc:chgData name="Sam O'Neill" userId="cb323814-a42a-4cfe-bc74-03f595e56f6e" providerId="ADAL" clId="{28DDAB4E-BC94-49DA-B67D-93746AA8B23E}" dt="2019-11-13T12:51:10.716" v="69" actId="27636"/>
        <pc:sldMkLst>
          <pc:docMk/>
          <pc:sldMk cId="1074072966" sldId="277"/>
        </pc:sldMkLst>
      </pc:sldChg>
      <pc:sldChg chg="modSp">
        <pc:chgData name="Sam O'Neill" userId="cb323814-a42a-4cfe-bc74-03f595e56f6e" providerId="ADAL" clId="{28DDAB4E-BC94-49DA-B67D-93746AA8B23E}" dt="2019-11-13T12:51:47.803" v="77" actId="27636"/>
        <pc:sldMkLst>
          <pc:docMk/>
          <pc:sldMk cId="950490403" sldId="278"/>
        </pc:sldMkLst>
      </pc:sldChg>
      <pc:sldChg chg="modSp">
        <pc:chgData name="Sam O'Neill" userId="cb323814-a42a-4cfe-bc74-03f595e56f6e" providerId="ADAL" clId="{28DDAB4E-BC94-49DA-B67D-93746AA8B23E}" dt="2019-11-13T12:52:07.634" v="81"/>
        <pc:sldMkLst>
          <pc:docMk/>
          <pc:sldMk cId="3044867936" sldId="279"/>
        </pc:sldMkLst>
      </pc:sldChg>
      <pc:sldChg chg="del">
        <pc:chgData name="Sam O'Neill" userId="cb323814-a42a-4cfe-bc74-03f595e56f6e" providerId="ADAL" clId="{28DDAB4E-BC94-49DA-B67D-93746AA8B23E}" dt="2019-11-13T13:25:29.584" v="1548" actId="2696"/>
        <pc:sldMkLst>
          <pc:docMk/>
          <pc:sldMk cId="969126802" sldId="280"/>
        </pc:sldMkLst>
      </pc:sldChg>
      <pc:sldChg chg="add">
        <pc:chgData name="Sam O'Neill" userId="cb323814-a42a-4cfe-bc74-03f595e56f6e" providerId="ADAL" clId="{28DDAB4E-BC94-49DA-B67D-93746AA8B23E}" dt="2019-11-13T13:25:36.616" v="1549"/>
        <pc:sldMkLst>
          <pc:docMk/>
          <pc:sldMk cId="3196128063" sldId="280"/>
        </pc:sldMkLst>
      </pc:sldChg>
      <pc:sldChg chg="addSp modSp">
        <pc:chgData name="Sam O'Neill" userId="cb323814-a42a-4cfe-bc74-03f595e56f6e" providerId="ADAL" clId="{28DDAB4E-BC94-49DA-B67D-93746AA8B23E}" dt="2019-11-13T13:16:54.241" v="896" actId="20577"/>
        <pc:sldMkLst>
          <pc:docMk/>
          <pc:sldMk cId="1032049495" sldId="281"/>
        </pc:sldMkLst>
      </pc:sldChg>
      <pc:sldChg chg="addSp modSp">
        <pc:chgData name="Sam O'Neill" userId="cb323814-a42a-4cfe-bc74-03f595e56f6e" providerId="ADAL" clId="{28DDAB4E-BC94-49DA-B67D-93746AA8B23E}" dt="2019-11-13T13:16:59.657" v="905" actId="20577"/>
        <pc:sldMkLst>
          <pc:docMk/>
          <pc:sldMk cId="1650202783" sldId="282"/>
        </pc:sldMkLst>
      </pc:sldChg>
      <pc:sldChg chg="addSp modSp">
        <pc:chgData name="Sam O'Neill" userId="cb323814-a42a-4cfe-bc74-03f595e56f6e" providerId="ADAL" clId="{28DDAB4E-BC94-49DA-B67D-93746AA8B23E}" dt="2019-11-13T13:20:13.706" v="1134" actId="20577"/>
        <pc:sldMkLst>
          <pc:docMk/>
          <pc:sldMk cId="889540580" sldId="283"/>
        </pc:sldMkLst>
      </pc:sldChg>
      <pc:sldChg chg="del">
        <pc:chgData name="Sam O'Neill" userId="cb323814-a42a-4cfe-bc74-03f595e56f6e" providerId="ADAL" clId="{28DDAB4E-BC94-49DA-B67D-93746AA8B23E}" dt="2019-11-13T13:25:29.406" v="1547" actId="2696"/>
        <pc:sldMkLst>
          <pc:docMk/>
          <pc:sldMk cId="2590797744" sldId="284"/>
        </pc:sldMkLst>
      </pc:sldChg>
      <pc:sldChg chg="add">
        <pc:chgData name="Sam O'Neill" userId="cb323814-a42a-4cfe-bc74-03f595e56f6e" providerId="ADAL" clId="{28DDAB4E-BC94-49DA-B67D-93746AA8B23E}" dt="2019-11-13T13:25:36.616" v="1549"/>
        <pc:sldMkLst>
          <pc:docMk/>
          <pc:sldMk cId="2908830618" sldId="284"/>
        </pc:sldMkLst>
      </pc:sldChg>
      <pc:sldChg chg="modSp add">
        <pc:chgData name="Sam O'Neill" userId="cb323814-a42a-4cfe-bc74-03f595e56f6e" providerId="ADAL" clId="{28DDAB4E-BC94-49DA-B67D-93746AA8B23E}" dt="2019-11-13T13:26:51.581" v="1599" actId="20577"/>
        <pc:sldMkLst>
          <pc:docMk/>
          <pc:sldMk cId="637085690" sldId="285"/>
        </pc:sldMkLst>
      </pc:sldChg>
      <pc:sldChg chg="modSp add">
        <pc:chgData name="Sam O'Neill" userId="cb323814-a42a-4cfe-bc74-03f595e56f6e" providerId="ADAL" clId="{28DDAB4E-BC94-49DA-B67D-93746AA8B23E}" dt="2019-11-13T13:27:01.715" v="1619" actId="6549"/>
        <pc:sldMkLst>
          <pc:docMk/>
          <pc:sldMk cId="291123633" sldId="286"/>
        </pc:sldMkLst>
      </pc:sldChg>
      <pc:sldChg chg="addSp delSp modSp add ord">
        <pc:chgData name="Sam O'Neill" userId="cb323814-a42a-4cfe-bc74-03f595e56f6e" providerId="ADAL" clId="{28DDAB4E-BC94-49DA-B67D-93746AA8B23E}" dt="2019-11-13T13:16:05.657" v="884" actId="20577"/>
        <pc:sldMkLst>
          <pc:docMk/>
          <pc:sldMk cId="977161248" sldId="287"/>
        </pc:sldMkLst>
      </pc:sldChg>
      <pc:sldChg chg="addSp delSp modSp add">
        <pc:chgData name="Sam O'Neill" userId="cb323814-a42a-4cfe-bc74-03f595e56f6e" providerId="ADAL" clId="{28DDAB4E-BC94-49DA-B67D-93746AA8B23E}" dt="2019-11-13T13:19:52.786" v="1090" actId="6549"/>
        <pc:sldMkLst>
          <pc:docMk/>
          <pc:sldMk cId="996184403" sldId="288"/>
        </pc:sldMkLst>
      </pc:sldChg>
      <pc:sldChg chg="addSp delSp modSp add">
        <pc:chgData name="Sam O'Neill" userId="cb323814-a42a-4cfe-bc74-03f595e56f6e" providerId="ADAL" clId="{28DDAB4E-BC94-49DA-B67D-93746AA8B23E}" dt="2019-11-13T13:22:13.954" v="1242" actId="20577"/>
        <pc:sldMkLst>
          <pc:docMk/>
          <pc:sldMk cId="857713859" sldId="289"/>
        </pc:sldMkLst>
      </pc:sldChg>
      <pc:sldChg chg="delSp modSp add">
        <pc:chgData name="Sam O'Neill" userId="cb323814-a42a-4cfe-bc74-03f595e56f6e" providerId="ADAL" clId="{28DDAB4E-BC94-49DA-B67D-93746AA8B23E}" dt="2019-11-13T13:24:51.435" v="1546" actId="6549"/>
        <pc:sldMkLst>
          <pc:docMk/>
          <pc:sldMk cId="1018451869" sldId="290"/>
        </pc:sldMkLst>
      </pc:sldChg>
    </pc:docChg>
  </pc:docChgLst>
  <pc:docChgLst>
    <pc:chgData name="Sam O'Neill" userId="cb323814-a42a-4cfe-bc74-03f595e56f6e" providerId="ADAL" clId="{8C723BD0-F576-45B0-A3CE-09B83591CEE8}"/>
    <pc:docChg chg="undo custSel addSld delSld modSld sldOrd">
      <pc:chgData name="Sam O'Neill" userId="cb323814-a42a-4cfe-bc74-03f595e56f6e" providerId="ADAL" clId="{8C723BD0-F576-45B0-A3CE-09B83591CEE8}" dt="2020-02-06T12:46:19.808" v="6847" actId="166"/>
      <pc:docMkLst>
        <pc:docMk/>
      </pc:docMkLst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0775907" sldId="25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484236167" sldId="261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769808991" sldId="263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83685273" sldId="264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79506474" sldId="265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632359831" sldId="26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96531814" sldId="26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117700205" sldId="268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432463176" sldId="26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849270315" sldId="270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933534600" sldId="271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0347951" sldId="272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156748948" sldId="273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37555915" sldId="274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520052617" sldId="275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105986257" sldId="27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915340057" sldId="27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234063388" sldId="278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607127533" sldId="288"/>
        </pc:sldMkLst>
      </pc:sldChg>
      <pc:sldChg chg="del">
        <pc:chgData name="Sam O'Neill" userId="cb323814-a42a-4cfe-bc74-03f595e56f6e" providerId="ADAL" clId="{8C723BD0-F576-45B0-A3CE-09B83591CEE8}" dt="2020-02-04T18:01:53.919" v="2149" actId="47"/>
        <pc:sldMkLst>
          <pc:docMk/>
          <pc:sldMk cId="1916829109" sldId="28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444773635" sldId="29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385059939" sldId="298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070830331" sldId="29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4202980668" sldId="301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057753886" sldId="302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626397598" sldId="303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500707532" sldId="304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528931569" sldId="305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871589415" sldId="306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756074913" sldId="307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2908928839" sldId="308"/>
        </pc:sldMkLst>
      </pc:sldChg>
      <pc:sldChg chg="modSp add del mod">
        <pc:chgData name="Sam O'Neill" userId="cb323814-a42a-4cfe-bc74-03f595e56f6e" providerId="ADAL" clId="{8C723BD0-F576-45B0-A3CE-09B83591CEE8}" dt="2020-02-06T11:34:06.691" v="6614" actId="20577"/>
        <pc:sldMkLst>
          <pc:docMk/>
          <pc:sldMk cId="1713177327" sldId="309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3530854050" sldId="310"/>
        </pc:sldMkLst>
      </pc:sldChg>
      <pc:sldChg chg="addSp delSp modSp del">
        <pc:chgData name="Sam O'Neill" userId="cb323814-a42a-4cfe-bc74-03f595e56f6e" providerId="ADAL" clId="{8C723BD0-F576-45B0-A3CE-09B83591CEE8}" dt="2020-02-05T12:55:33.492" v="4876" actId="2696"/>
        <pc:sldMkLst>
          <pc:docMk/>
          <pc:sldMk cId="506454538" sldId="312"/>
        </pc:sldMkLst>
      </pc:sldChg>
      <pc:sldChg chg="addSp delSp modSp add">
        <pc:chgData name="Sam O'Neill" userId="cb323814-a42a-4cfe-bc74-03f595e56f6e" providerId="ADAL" clId="{8C723BD0-F576-45B0-A3CE-09B83591CEE8}" dt="2020-02-05T16:08:00.030" v="6216" actId="20577"/>
        <pc:sldMkLst>
          <pc:docMk/>
          <pc:sldMk cId="3993030377" sldId="312"/>
        </pc:sldMkLst>
      </pc:sldChg>
      <pc:sldChg chg="del">
        <pc:chgData name="Sam O'Neill" userId="cb323814-a42a-4cfe-bc74-03f595e56f6e" providerId="ADAL" clId="{8C723BD0-F576-45B0-A3CE-09B83591CEE8}" dt="2020-01-30T11:18:17.186" v="0" actId="47"/>
        <pc:sldMkLst>
          <pc:docMk/>
          <pc:sldMk cId="1234885339" sldId="315"/>
        </pc:sldMkLst>
      </pc:sldChg>
      <pc:sldChg chg="del">
        <pc:chgData name="Sam O'Neill" userId="cb323814-a42a-4cfe-bc74-03f595e56f6e" providerId="ADAL" clId="{8C723BD0-F576-45B0-A3CE-09B83591CEE8}" dt="2020-02-04T17:38:54.554" v="1776" actId="47"/>
        <pc:sldMkLst>
          <pc:docMk/>
          <pc:sldMk cId="2635785397" sldId="316"/>
        </pc:sldMkLst>
      </pc:sldChg>
      <pc:sldChg chg="del">
        <pc:chgData name="Sam O'Neill" userId="cb323814-a42a-4cfe-bc74-03f595e56f6e" providerId="ADAL" clId="{8C723BD0-F576-45B0-A3CE-09B83591CEE8}" dt="2020-02-04T17:38:54.554" v="1776" actId="47"/>
        <pc:sldMkLst>
          <pc:docMk/>
          <pc:sldMk cId="3560351858" sldId="317"/>
        </pc:sldMkLst>
      </pc:sldChg>
      <pc:sldChg chg="modSp del">
        <pc:chgData name="Sam O'Neill" userId="cb323814-a42a-4cfe-bc74-03f595e56f6e" providerId="ADAL" clId="{8C723BD0-F576-45B0-A3CE-09B83591CEE8}" dt="2020-02-04T18:02:16.407" v="2150" actId="47"/>
        <pc:sldMkLst>
          <pc:docMk/>
          <pc:sldMk cId="860377797" sldId="318"/>
        </pc:sldMkLst>
      </pc:sldChg>
      <pc:sldChg chg="del">
        <pc:chgData name="Sam O'Neill" userId="cb323814-a42a-4cfe-bc74-03f595e56f6e" providerId="ADAL" clId="{8C723BD0-F576-45B0-A3CE-09B83591CEE8}" dt="2020-02-05T15:28:18.405" v="5679" actId="47"/>
        <pc:sldMkLst>
          <pc:docMk/>
          <pc:sldMk cId="1141858548" sldId="319"/>
        </pc:sldMkLst>
      </pc:sldChg>
      <pc:sldChg chg="addSp delSp modSp add mod">
        <pc:chgData name="Sam O'Neill" userId="cb323814-a42a-4cfe-bc74-03f595e56f6e" providerId="ADAL" clId="{8C723BD0-F576-45B0-A3CE-09B83591CEE8}" dt="2020-02-06T09:42:50.808" v="6280" actId="27636"/>
        <pc:sldMkLst>
          <pc:docMk/>
          <pc:sldMk cId="1372416909" sldId="320"/>
        </pc:sldMkLst>
      </pc:sldChg>
      <pc:sldChg chg="addSp modSp add">
        <pc:chgData name="Sam O'Neill" userId="cb323814-a42a-4cfe-bc74-03f595e56f6e" providerId="ADAL" clId="{8C723BD0-F576-45B0-A3CE-09B83591CEE8}" dt="2020-02-04T17:12:26.092" v="1738" actId="20577"/>
        <pc:sldMkLst>
          <pc:docMk/>
          <pc:sldMk cId="4159195414" sldId="321"/>
        </pc:sldMkLst>
      </pc:sldChg>
      <pc:sldChg chg="addSp delSp modSp add mod">
        <pc:chgData name="Sam O'Neill" userId="cb323814-a42a-4cfe-bc74-03f595e56f6e" providerId="ADAL" clId="{8C723BD0-F576-45B0-A3CE-09B83591CEE8}" dt="2020-02-06T10:03:31.752" v="6424" actId="2166"/>
        <pc:sldMkLst>
          <pc:docMk/>
          <pc:sldMk cId="3287839291" sldId="322"/>
        </pc:sldMkLst>
      </pc:sldChg>
      <pc:sldChg chg="modSp add">
        <pc:chgData name="Sam O'Neill" userId="cb323814-a42a-4cfe-bc74-03f595e56f6e" providerId="ADAL" clId="{8C723BD0-F576-45B0-A3CE-09B83591CEE8}" dt="2020-02-04T17:59:03.290" v="2088" actId="20577"/>
        <pc:sldMkLst>
          <pc:docMk/>
          <pc:sldMk cId="26146372" sldId="323"/>
        </pc:sldMkLst>
      </pc:sldChg>
      <pc:sldChg chg="addSp delSp modSp add ord modAnim">
        <pc:chgData name="Sam O'Neill" userId="cb323814-a42a-4cfe-bc74-03f595e56f6e" providerId="ADAL" clId="{8C723BD0-F576-45B0-A3CE-09B83591CEE8}" dt="2020-02-06T12:36:39.559" v="6830"/>
        <pc:sldMkLst>
          <pc:docMk/>
          <pc:sldMk cId="1494085213" sldId="324"/>
        </pc:sldMkLst>
      </pc:sldChg>
      <pc:sldChg chg="add del">
        <pc:chgData name="Sam O'Neill" userId="cb323814-a42a-4cfe-bc74-03f595e56f6e" providerId="ADAL" clId="{8C723BD0-F576-45B0-A3CE-09B83591CEE8}" dt="2020-02-04T17:59:27.186" v="2090" actId="47"/>
        <pc:sldMkLst>
          <pc:docMk/>
          <pc:sldMk cId="2003880772" sldId="324"/>
        </pc:sldMkLst>
      </pc:sldChg>
      <pc:sldChg chg="delSp modSp add del">
        <pc:chgData name="Sam O'Neill" userId="cb323814-a42a-4cfe-bc74-03f595e56f6e" providerId="ADAL" clId="{8C723BD0-F576-45B0-A3CE-09B83591CEE8}" dt="2020-02-05T10:52:55.027" v="2799" actId="2696"/>
        <pc:sldMkLst>
          <pc:docMk/>
          <pc:sldMk cId="1273001844" sldId="325"/>
        </pc:sldMkLst>
      </pc:sldChg>
      <pc:sldChg chg="addSp modSp add mod">
        <pc:chgData name="Sam O'Neill" userId="cb323814-a42a-4cfe-bc74-03f595e56f6e" providerId="ADAL" clId="{8C723BD0-F576-45B0-A3CE-09B83591CEE8}" dt="2020-02-06T11:34:26.416" v="6616" actId="20577"/>
        <pc:sldMkLst>
          <pc:docMk/>
          <pc:sldMk cId="2012735436" sldId="325"/>
        </pc:sldMkLst>
      </pc:sldChg>
      <pc:sldChg chg="addSp delSp modSp add del">
        <pc:chgData name="Sam O'Neill" userId="cb323814-a42a-4cfe-bc74-03f595e56f6e" providerId="ADAL" clId="{8C723BD0-F576-45B0-A3CE-09B83591CEE8}" dt="2020-02-05T11:02:26.899" v="2970" actId="47"/>
        <pc:sldMkLst>
          <pc:docMk/>
          <pc:sldMk cId="4154359495" sldId="326"/>
        </pc:sldMkLst>
      </pc:sldChg>
      <pc:sldChg chg="addSp delSp modSp del">
        <pc:chgData name="Sam O'Neill" userId="cb323814-a42a-4cfe-bc74-03f595e56f6e" providerId="ADAL" clId="{8C723BD0-F576-45B0-A3CE-09B83591CEE8}" dt="2020-02-05T11:35:19.402" v="3627" actId="47"/>
        <pc:sldMkLst>
          <pc:docMk/>
          <pc:sldMk cId="1993333530" sldId="327"/>
        </pc:sldMkLst>
      </pc:sldChg>
      <pc:sldChg chg="del">
        <pc:chgData name="Sam O'Neill" userId="cb323814-a42a-4cfe-bc74-03f595e56f6e" providerId="ADAL" clId="{8C723BD0-F576-45B0-A3CE-09B83591CEE8}" dt="2020-02-05T11:02:26.899" v="2970" actId="47"/>
        <pc:sldMkLst>
          <pc:docMk/>
          <pc:sldMk cId="635559681" sldId="328"/>
        </pc:sldMkLst>
      </pc:sldChg>
      <pc:sldChg chg="addSp delSp modSp add modAnim">
        <pc:chgData name="Sam O'Neill" userId="cb323814-a42a-4cfe-bc74-03f595e56f6e" providerId="ADAL" clId="{8C723BD0-F576-45B0-A3CE-09B83591CEE8}" dt="2020-02-06T11:45:47.257" v="6769"/>
        <pc:sldMkLst>
          <pc:docMk/>
          <pc:sldMk cId="1668917890" sldId="329"/>
        </pc:sldMkLst>
      </pc:sldChg>
      <pc:sldChg chg="add del">
        <pc:chgData name="Sam O'Neill" userId="cb323814-a42a-4cfe-bc74-03f595e56f6e" providerId="ADAL" clId="{8C723BD0-F576-45B0-A3CE-09B83591CEE8}" dt="2020-02-05T10:46:50.683" v="2623"/>
        <pc:sldMkLst>
          <pc:docMk/>
          <pc:sldMk cId="2483121866" sldId="330"/>
        </pc:sldMkLst>
      </pc:sldChg>
      <pc:sldChg chg="addSp delSp modSp add mod">
        <pc:chgData name="Sam O'Neill" userId="cb323814-a42a-4cfe-bc74-03f595e56f6e" providerId="ADAL" clId="{8C723BD0-F576-45B0-A3CE-09B83591CEE8}" dt="2020-02-06T11:46:20.443" v="6779" actId="113"/>
        <pc:sldMkLst>
          <pc:docMk/>
          <pc:sldMk cId="3771522402" sldId="330"/>
        </pc:sldMkLst>
      </pc:sldChg>
      <pc:sldChg chg="addSp delSp modSp add mod">
        <pc:chgData name="Sam O'Neill" userId="cb323814-a42a-4cfe-bc74-03f595e56f6e" providerId="ADAL" clId="{8C723BD0-F576-45B0-A3CE-09B83591CEE8}" dt="2020-02-06T12:33:48.908" v="6802" actId="14100"/>
        <pc:sldMkLst>
          <pc:docMk/>
          <pc:sldMk cId="1419939075" sldId="331"/>
        </pc:sldMkLst>
      </pc:sldChg>
      <pc:sldChg chg="addSp delSp modSp add del mod">
        <pc:chgData name="Sam O'Neill" userId="cb323814-a42a-4cfe-bc74-03f595e56f6e" providerId="ADAL" clId="{8C723BD0-F576-45B0-A3CE-09B83591CEE8}" dt="2020-02-06T11:41:22.982" v="6712" actId="47"/>
        <pc:sldMkLst>
          <pc:docMk/>
          <pc:sldMk cId="2243970978" sldId="332"/>
        </pc:sldMkLst>
      </pc:sldChg>
      <pc:sldChg chg="addSp delSp modSp add mod">
        <pc:chgData name="Sam O'Neill" userId="cb323814-a42a-4cfe-bc74-03f595e56f6e" providerId="ADAL" clId="{8C723BD0-F576-45B0-A3CE-09B83591CEE8}" dt="2020-02-06T12:34:46.367" v="6828" actId="20577"/>
        <pc:sldMkLst>
          <pc:docMk/>
          <pc:sldMk cId="2738397632" sldId="333"/>
        </pc:sldMkLst>
      </pc:sldChg>
      <pc:sldChg chg="addSp delSp modSp add del">
        <pc:chgData name="Sam O'Neill" userId="cb323814-a42a-4cfe-bc74-03f595e56f6e" providerId="ADAL" clId="{8C723BD0-F576-45B0-A3CE-09B83591CEE8}" dt="2020-02-05T11:35:56.041" v="3636" actId="2696"/>
        <pc:sldMkLst>
          <pc:docMk/>
          <pc:sldMk cId="975802597" sldId="334"/>
        </pc:sldMkLst>
      </pc:sldChg>
      <pc:sldChg chg="addSp delSp modSp add">
        <pc:chgData name="Sam O'Neill" userId="cb323814-a42a-4cfe-bc74-03f595e56f6e" providerId="ADAL" clId="{8C723BD0-F576-45B0-A3CE-09B83591CEE8}" dt="2020-02-05T15:01:40.224" v="5269" actId="1076"/>
        <pc:sldMkLst>
          <pc:docMk/>
          <pc:sldMk cId="2850768575" sldId="334"/>
        </pc:sldMkLst>
      </pc:sldChg>
      <pc:sldChg chg="modSp add mod">
        <pc:chgData name="Sam O'Neill" userId="cb323814-a42a-4cfe-bc74-03f595e56f6e" providerId="ADAL" clId="{8C723BD0-F576-45B0-A3CE-09B83591CEE8}" dt="2020-02-06T10:03:41.639" v="6426" actId="2166"/>
        <pc:sldMkLst>
          <pc:docMk/>
          <pc:sldMk cId="3075565084" sldId="335"/>
        </pc:sldMkLst>
      </pc:sldChg>
      <pc:sldChg chg="addSp delSp modSp add mod">
        <pc:chgData name="Sam O'Neill" userId="cb323814-a42a-4cfe-bc74-03f595e56f6e" providerId="ADAL" clId="{8C723BD0-F576-45B0-A3CE-09B83591CEE8}" dt="2020-02-06T12:45:40.585" v="6840" actId="1076"/>
        <pc:sldMkLst>
          <pc:docMk/>
          <pc:sldMk cId="1614744762" sldId="336"/>
        </pc:sldMkLst>
      </pc:sldChg>
      <pc:sldChg chg="add ord">
        <pc:chgData name="Sam O'Neill" userId="cb323814-a42a-4cfe-bc74-03f595e56f6e" providerId="ADAL" clId="{8C723BD0-F576-45B0-A3CE-09B83591CEE8}" dt="2020-02-05T12:41:33.175" v="4369"/>
        <pc:sldMkLst>
          <pc:docMk/>
          <pc:sldMk cId="240030011" sldId="337"/>
        </pc:sldMkLst>
      </pc:sldChg>
      <pc:sldChg chg="addSp delSp modSp add del">
        <pc:chgData name="Sam O'Neill" userId="cb323814-a42a-4cfe-bc74-03f595e56f6e" providerId="ADAL" clId="{8C723BD0-F576-45B0-A3CE-09B83591CEE8}" dt="2020-02-05T12:48:00.322" v="4616" actId="47"/>
        <pc:sldMkLst>
          <pc:docMk/>
          <pc:sldMk cId="3404721188" sldId="338"/>
        </pc:sldMkLst>
      </pc:sldChg>
      <pc:sldChg chg="addSp delSp modSp add mod">
        <pc:chgData name="Sam O'Neill" userId="cb323814-a42a-4cfe-bc74-03f595e56f6e" providerId="ADAL" clId="{8C723BD0-F576-45B0-A3CE-09B83591CEE8}" dt="2020-02-06T12:45:57.666" v="6843" actId="1076"/>
        <pc:sldMkLst>
          <pc:docMk/>
          <pc:sldMk cId="376425252" sldId="339"/>
        </pc:sldMkLst>
      </pc:sldChg>
      <pc:sldChg chg="addSp delSp modSp add mod">
        <pc:chgData name="Sam O'Neill" userId="cb323814-a42a-4cfe-bc74-03f595e56f6e" providerId="ADAL" clId="{8C723BD0-F576-45B0-A3CE-09B83591CEE8}" dt="2020-02-06T12:46:19.808" v="6847" actId="166"/>
        <pc:sldMkLst>
          <pc:docMk/>
          <pc:sldMk cId="1451294576" sldId="340"/>
        </pc:sldMkLst>
      </pc:sldChg>
      <pc:sldChg chg="addSp delSp modSp add mod">
        <pc:chgData name="Sam O'Neill" userId="cb323814-a42a-4cfe-bc74-03f595e56f6e" providerId="ADAL" clId="{8C723BD0-F576-45B0-A3CE-09B83591CEE8}" dt="2020-02-05T16:31:40.663" v="6262" actId="27918"/>
        <pc:sldMkLst>
          <pc:docMk/>
          <pc:sldMk cId="2350807467" sldId="341"/>
        </pc:sldMkLst>
      </pc:sldChg>
      <pc:sldChg chg="addSp delSp modSp add">
        <pc:chgData name="Sam O'Neill" userId="cb323814-a42a-4cfe-bc74-03f595e56f6e" providerId="ADAL" clId="{8C723BD0-F576-45B0-A3CE-09B83591CEE8}" dt="2020-02-05T16:10:06.744" v="6260"/>
        <pc:sldMkLst>
          <pc:docMk/>
          <pc:sldMk cId="373316469" sldId="342"/>
        </pc:sldMkLst>
      </pc:sldChg>
      <pc:sldChg chg="addSp delSp modSp add mod">
        <pc:chgData name="Sam O'Neill" userId="cb323814-a42a-4cfe-bc74-03f595e56f6e" providerId="ADAL" clId="{8C723BD0-F576-45B0-A3CE-09B83591CEE8}" dt="2020-02-06T12:10:31.418" v="6790" actId="20577"/>
        <pc:sldMkLst>
          <pc:docMk/>
          <pc:sldMk cId="1909666401" sldId="343"/>
        </pc:sldMkLst>
      </pc:sldChg>
      <pc:sldChg chg="delSp modSp add del">
        <pc:chgData name="Sam O'Neill" userId="cb323814-a42a-4cfe-bc74-03f595e56f6e" providerId="ADAL" clId="{8C723BD0-F576-45B0-A3CE-09B83591CEE8}" dt="2020-02-05T15:37:28.663" v="5879" actId="47"/>
        <pc:sldMkLst>
          <pc:docMk/>
          <pc:sldMk cId="3731433818" sldId="344"/>
        </pc:sldMkLst>
      </pc:sldChg>
      <pc:sldChg chg="addSp delSp modSp add mod">
        <pc:chgData name="Sam O'Neill" userId="cb323814-a42a-4cfe-bc74-03f595e56f6e" providerId="ADAL" clId="{8C723BD0-F576-45B0-A3CE-09B83591CEE8}" dt="2020-02-06T12:10:35.850" v="6792" actId="20577"/>
        <pc:sldMkLst>
          <pc:docMk/>
          <pc:sldMk cId="1807276144" sldId="345"/>
        </pc:sldMkLst>
      </pc:sldChg>
      <pc:sldChg chg="addSp delSp modSp add">
        <pc:chgData name="Sam O'Neill" userId="cb323814-a42a-4cfe-bc74-03f595e56f6e" providerId="ADAL" clId="{8C723BD0-F576-45B0-A3CE-09B83591CEE8}" dt="2020-02-05T16:09:36.779" v="6259" actId="20577"/>
        <pc:sldMkLst>
          <pc:docMk/>
          <pc:sldMk cId="4101727643" sldId="346"/>
        </pc:sldMkLst>
      </pc:sldChg>
      <pc:sldChg chg="addSp delSp modSp add mod">
        <pc:chgData name="Sam O'Neill" userId="cb323814-a42a-4cfe-bc74-03f595e56f6e" providerId="ADAL" clId="{8C723BD0-F576-45B0-A3CE-09B83591CEE8}" dt="2020-02-06T11:41:55.964" v="6744" actId="1038"/>
        <pc:sldMkLst>
          <pc:docMk/>
          <pc:sldMk cId="755094154" sldId="347"/>
        </pc:sldMkLst>
      </pc:sldChg>
    </pc:docChg>
  </pc:docChgLst>
  <pc:docChgLst>
    <pc:chgData name="Sam O'Neill" userId="cb323814-a42a-4cfe-bc74-03f595e56f6e" providerId="ADAL" clId="{81D15480-6FBE-414D-AF67-96F7822E13A2}"/>
    <pc:docChg chg="undo custSel addSld delSld modSld sldOrd">
      <pc:chgData name="Sam O'Neill" userId="cb323814-a42a-4cfe-bc74-03f595e56f6e" providerId="ADAL" clId="{81D15480-6FBE-414D-AF67-96F7822E13A2}" dt="2020-02-13T13:29:33.046" v="10612"/>
      <pc:docMkLst>
        <pc:docMk/>
      </pc:docMkLst>
      <pc:sldChg chg="modSp mod">
        <pc:chgData name="Sam O'Neill" userId="cb323814-a42a-4cfe-bc74-03f595e56f6e" providerId="ADAL" clId="{81D15480-6FBE-414D-AF67-96F7822E13A2}" dt="2020-02-11T11:55:12.323" v="20" actId="20577"/>
        <pc:sldMkLst>
          <pc:docMk/>
          <pc:sldMk cId="1481393748" sldId="295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713177327" sldId="309"/>
        </pc:sldMkLst>
      </pc:sldChg>
      <pc:sldChg chg="modSp add mod">
        <pc:chgData name="Sam O'Neill" userId="cb323814-a42a-4cfe-bc74-03f595e56f6e" providerId="ADAL" clId="{81D15480-6FBE-414D-AF67-96F7822E13A2}" dt="2020-02-11T17:08:24.233" v="4563" actId="20577"/>
        <pc:sldMkLst>
          <pc:docMk/>
          <pc:sldMk cId="1582779011" sldId="310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993030377" sldId="312"/>
        </pc:sldMkLst>
      </pc:sldChg>
      <pc:sldChg chg="modSp mod modAnim">
        <pc:chgData name="Sam O'Neill" userId="cb323814-a42a-4cfe-bc74-03f595e56f6e" providerId="ADAL" clId="{81D15480-6FBE-414D-AF67-96F7822E13A2}" dt="2020-02-13T13:23:22.179" v="10552"/>
        <pc:sldMkLst>
          <pc:docMk/>
          <pc:sldMk cId="1372416909" sldId="320"/>
        </pc:sldMkLst>
      </pc:sldChg>
      <pc:sldChg chg="addSp delSp modSp add mod">
        <pc:chgData name="Sam O'Neill" userId="cb323814-a42a-4cfe-bc74-03f595e56f6e" providerId="ADAL" clId="{81D15480-6FBE-414D-AF67-96F7822E13A2}" dt="2020-02-13T13:10:38.627" v="10345" actId="27636"/>
        <pc:sldMkLst>
          <pc:docMk/>
          <pc:sldMk cId="2066874544" sldId="321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4159195414" sldId="321"/>
        </pc:sldMkLst>
      </pc:sldChg>
      <pc:sldChg chg="addSp delSp modSp add mod ord">
        <pc:chgData name="Sam O'Neill" userId="cb323814-a42a-4cfe-bc74-03f595e56f6e" providerId="ADAL" clId="{81D15480-6FBE-414D-AF67-96F7822E13A2}" dt="2020-02-13T13:10:55.531" v="10369" actId="20577"/>
        <pc:sldMkLst>
          <pc:docMk/>
          <pc:sldMk cId="539044082" sldId="322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287839291" sldId="322"/>
        </pc:sldMkLst>
      </pc:sldChg>
      <pc:sldChg chg="modSp add mod">
        <pc:chgData name="Sam O'Neill" userId="cb323814-a42a-4cfe-bc74-03f595e56f6e" providerId="ADAL" clId="{81D15480-6FBE-414D-AF67-96F7822E13A2}" dt="2020-02-13T13:24:32.859" v="10568" actId="20577"/>
        <pc:sldMkLst>
          <pc:docMk/>
          <pc:sldMk cId="4134767169" sldId="323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494085213" sldId="324"/>
        </pc:sldMkLst>
      </pc:sldChg>
      <pc:sldChg chg="add del">
        <pc:chgData name="Sam O'Neill" userId="cb323814-a42a-4cfe-bc74-03f595e56f6e" providerId="ADAL" clId="{81D15480-6FBE-414D-AF67-96F7822E13A2}" dt="2020-02-11T15:21:51.960" v="2373" actId="47"/>
        <pc:sldMkLst>
          <pc:docMk/>
          <pc:sldMk cId="3997334699" sldId="324"/>
        </pc:sldMkLst>
      </pc:sldChg>
      <pc:sldChg chg="modSp add mod">
        <pc:chgData name="Sam O'Neill" userId="cb323814-a42a-4cfe-bc74-03f595e56f6e" providerId="ADAL" clId="{81D15480-6FBE-414D-AF67-96F7822E13A2}" dt="2020-02-12T11:30:48.915" v="5743" actId="20577"/>
        <pc:sldMkLst>
          <pc:docMk/>
          <pc:sldMk cId="982664530" sldId="325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012735436" sldId="325"/>
        </pc:sldMkLst>
      </pc:sldChg>
      <pc:sldChg chg="addSp delSp modSp add mod">
        <pc:chgData name="Sam O'Neill" userId="cb323814-a42a-4cfe-bc74-03f595e56f6e" providerId="ADAL" clId="{81D15480-6FBE-414D-AF67-96F7822E13A2}" dt="2020-02-11T15:28:21.925" v="2479" actId="1076"/>
        <pc:sldMkLst>
          <pc:docMk/>
          <pc:sldMk cId="1830733632" sldId="326"/>
        </pc:sldMkLst>
      </pc:sldChg>
      <pc:sldChg chg="addSp delSp modSp add mod">
        <pc:chgData name="Sam O'Neill" userId="cb323814-a42a-4cfe-bc74-03f595e56f6e" providerId="ADAL" clId="{81D15480-6FBE-414D-AF67-96F7822E13A2}" dt="2020-02-11T15:52:32.584" v="2957" actId="20577"/>
        <pc:sldMkLst>
          <pc:docMk/>
          <pc:sldMk cId="2953580367" sldId="327"/>
        </pc:sldMkLst>
      </pc:sldChg>
      <pc:sldChg chg="modSp add del mod">
        <pc:chgData name="Sam O'Neill" userId="cb323814-a42a-4cfe-bc74-03f595e56f6e" providerId="ADAL" clId="{81D15480-6FBE-414D-AF67-96F7822E13A2}" dt="2020-02-11T15:46:57.733" v="2877" actId="47"/>
        <pc:sldMkLst>
          <pc:docMk/>
          <pc:sldMk cId="4189684528" sldId="328"/>
        </pc:sldMkLst>
      </pc:sldChg>
      <pc:sldChg chg="modSp add del mod">
        <pc:chgData name="Sam O'Neill" userId="cb323814-a42a-4cfe-bc74-03f595e56f6e" providerId="ADAL" clId="{81D15480-6FBE-414D-AF67-96F7822E13A2}" dt="2020-02-11T15:46:59.104" v="2878" actId="47"/>
        <pc:sldMkLst>
          <pc:docMk/>
          <pc:sldMk cId="1489751240" sldId="329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668917890" sldId="329"/>
        </pc:sldMkLst>
      </pc:sldChg>
      <pc:sldChg chg="add del">
        <pc:chgData name="Sam O'Neill" userId="cb323814-a42a-4cfe-bc74-03f595e56f6e" providerId="ADAL" clId="{81D15480-6FBE-414D-AF67-96F7822E13A2}" dt="2020-02-11T13:44:58.694" v="714" actId="47"/>
        <pc:sldMkLst>
          <pc:docMk/>
          <pc:sldMk cId="1050069521" sldId="330"/>
        </pc:sldMkLst>
      </pc:sldChg>
      <pc:sldChg chg="addSp delSp modSp add mod">
        <pc:chgData name="Sam O'Neill" userId="cb323814-a42a-4cfe-bc74-03f595e56f6e" providerId="ADAL" clId="{81D15480-6FBE-414D-AF67-96F7822E13A2}" dt="2020-02-11T16:10:10.962" v="3352" actId="20577"/>
        <pc:sldMkLst>
          <pc:docMk/>
          <pc:sldMk cId="3769471408" sldId="330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771522402" sldId="330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419939075" sldId="331"/>
        </pc:sldMkLst>
      </pc:sldChg>
      <pc:sldChg chg="addSp delSp modSp add mod modAnim">
        <pc:chgData name="Sam O'Neill" userId="cb323814-a42a-4cfe-bc74-03f595e56f6e" providerId="ADAL" clId="{81D15480-6FBE-414D-AF67-96F7822E13A2}" dt="2020-02-13T13:08:53.284" v="10284"/>
        <pc:sldMkLst>
          <pc:docMk/>
          <pc:sldMk cId="3012511006" sldId="331"/>
        </pc:sldMkLst>
      </pc:sldChg>
      <pc:sldChg chg="add del">
        <pc:chgData name="Sam O'Neill" userId="cb323814-a42a-4cfe-bc74-03f595e56f6e" providerId="ADAL" clId="{81D15480-6FBE-414D-AF67-96F7822E13A2}" dt="2020-02-11T15:05:10.043" v="1488" actId="47"/>
        <pc:sldMkLst>
          <pc:docMk/>
          <pc:sldMk cId="788700647" sldId="332"/>
        </pc:sldMkLst>
      </pc:sldChg>
      <pc:sldChg chg="addSp delSp modSp add mod modAnim">
        <pc:chgData name="Sam O'Neill" userId="cb323814-a42a-4cfe-bc74-03f595e56f6e" providerId="ADAL" clId="{81D15480-6FBE-414D-AF67-96F7822E13A2}" dt="2020-02-13T13:24:19.688" v="10561"/>
        <pc:sldMkLst>
          <pc:docMk/>
          <pc:sldMk cId="3372701972" sldId="332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738397632" sldId="333"/>
        </pc:sldMkLst>
      </pc:sldChg>
      <pc:sldChg chg="addSp delSp modSp add mod modAnim">
        <pc:chgData name="Sam O'Neill" userId="cb323814-a42a-4cfe-bc74-03f595e56f6e" providerId="ADAL" clId="{81D15480-6FBE-414D-AF67-96F7822E13A2}" dt="2020-02-13T13:26:56.300" v="10602"/>
        <pc:sldMkLst>
          <pc:docMk/>
          <pc:sldMk cId="3871655049" sldId="333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850768575" sldId="334"/>
        </pc:sldMkLst>
      </pc:sldChg>
      <pc:sldChg chg="addSp delSp modSp add mod">
        <pc:chgData name="Sam O'Neill" userId="cb323814-a42a-4cfe-bc74-03f595e56f6e" providerId="ADAL" clId="{81D15480-6FBE-414D-AF67-96F7822E13A2}" dt="2020-02-13T13:28:07.682" v="10609" actId="20577"/>
        <pc:sldMkLst>
          <pc:docMk/>
          <pc:sldMk cId="2974898386" sldId="334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075565084" sldId="335"/>
        </pc:sldMkLst>
      </pc:sldChg>
      <pc:sldChg chg="addSp delSp modSp add mod">
        <pc:chgData name="Sam O'Neill" userId="cb323814-a42a-4cfe-bc74-03f595e56f6e" providerId="ADAL" clId="{81D15480-6FBE-414D-AF67-96F7822E13A2}" dt="2020-02-13T13:12:35.443" v="10406" actId="1076"/>
        <pc:sldMkLst>
          <pc:docMk/>
          <pc:sldMk cId="3921976811" sldId="335"/>
        </pc:sldMkLst>
      </pc:sldChg>
      <pc:sldChg chg="addSp delSp modSp add mod">
        <pc:chgData name="Sam O'Neill" userId="cb323814-a42a-4cfe-bc74-03f595e56f6e" providerId="ADAL" clId="{81D15480-6FBE-414D-AF67-96F7822E13A2}" dt="2020-02-11T15:52:46.368" v="2965" actId="20577"/>
        <pc:sldMkLst>
          <pc:docMk/>
          <pc:sldMk cId="1046504550" sldId="336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614744762" sldId="336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40030011" sldId="337"/>
        </pc:sldMkLst>
      </pc:sldChg>
      <pc:sldChg chg="addSp delSp modSp add mod">
        <pc:chgData name="Sam O'Neill" userId="cb323814-a42a-4cfe-bc74-03f595e56f6e" providerId="ADAL" clId="{81D15480-6FBE-414D-AF67-96F7822E13A2}" dt="2020-02-11T16:47:03.146" v="3782" actId="1076"/>
        <pc:sldMkLst>
          <pc:docMk/>
          <pc:sldMk cId="3470467097" sldId="337"/>
        </pc:sldMkLst>
      </pc:sldChg>
      <pc:sldChg chg="add del">
        <pc:chgData name="Sam O'Neill" userId="cb323814-a42a-4cfe-bc74-03f595e56f6e" providerId="ADAL" clId="{81D15480-6FBE-414D-AF67-96F7822E13A2}" dt="2020-02-11T16:04:16.922" v="3200"/>
        <pc:sldMkLst>
          <pc:docMk/>
          <pc:sldMk cId="1214107335" sldId="338"/>
        </pc:sldMkLst>
      </pc:sldChg>
      <pc:sldChg chg="addSp delSp modSp add mod">
        <pc:chgData name="Sam O'Neill" userId="cb323814-a42a-4cfe-bc74-03f595e56f6e" providerId="ADAL" clId="{81D15480-6FBE-414D-AF67-96F7822E13A2}" dt="2020-02-11T16:40:18.992" v="3455" actId="20577"/>
        <pc:sldMkLst>
          <pc:docMk/>
          <pc:sldMk cId="1446967282" sldId="338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76425252" sldId="339"/>
        </pc:sldMkLst>
      </pc:sldChg>
      <pc:sldChg chg="addSp delSp modSp add mod">
        <pc:chgData name="Sam O'Neill" userId="cb323814-a42a-4cfe-bc74-03f595e56f6e" providerId="ADAL" clId="{81D15480-6FBE-414D-AF67-96F7822E13A2}" dt="2020-02-13T13:29:09.878" v="10610" actId="20577"/>
        <pc:sldMkLst>
          <pc:docMk/>
          <pc:sldMk cId="544334578" sldId="339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451294576" sldId="340"/>
        </pc:sldMkLst>
      </pc:sldChg>
      <pc:sldChg chg="addSp delSp modSp add mod modAnim">
        <pc:chgData name="Sam O'Neill" userId="cb323814-a42a-4cfe-bc74-03f595e56f6e" providerId="ADAL" clId="{81D15480-6FBE-414D-AF67-96F7822E13A2}" dt="2020-02-13T13:29:33.046" v="10612"/>
        <pc:sldMkLst>
          <pc:docMk/>
          <pc:sldMk cId="1642407119" sldId="340"/>
        </pc:sldMkLst>
      </pc:sldChg>
      <pc:sldChg chg="modSp add mod modAnim">
        <pc:chgData name="Sam O'Neill" userId="cb323814-a42a-4cfe-bc74-03f595e56f6e" providerId="ADAL" clId="{81D15480-6FBE-414D-AF67-96F7822E13A2}" dt="2020-02-13T13:01:49.011" v="10231"/>
        <pc:sldMkLst>
          <pc:docMk/>
          <pc:sldMk cId="1407836991" sldId="341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2350807467" sldId="341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373316469" sldId="342"/>
        </pc:sldMkLst>
      </pc:sldChg>
      <pc:sldChg chg="add del">
        <pc:chgData name="Sam O'Neill" userId="cb323814-a42a-4cfe-bc74-03f595e56f6e" providerId="ADAL" clId="{81D15480-6FBE-414D-AF67-96F7822E13A2}" dt="2020-02-11T17:06:07.361" v="4506" actId="47"/>
        <pc:sldMkLst>
          <pc:docMk/>
          <pc:sldMk cId="2635592269" sldId="342"/>
        </pc:sldMkLst>
      </pc:sldChg>
      <pc:sldChg chg="add del">
        <pc:chgData name="Sam O'Neill" userId="cb323814-a42a-4cfe-bc74-03f595e56f6e" providerId="ADAL" clId="{81D15480-6FBE-414D-AF67-96F7822E13A2}" dt="2020-02-11T17:08:53" v="4566" actId="47"/>
        <pc:sldMkLst>
          <pc:docMk/>
          <pc:sldMk cId="3956152682" sldId="342"/>
        </pc:sldMkLst>
      </pc:sldChg>
      <pc:sldChg chg="addSp delSp modSp add del mod">
        <pc:chgData name="Sam O'Neill" userId="cb323814-a42a-4cfe-bc74-03f595e56f6e" providerId="ADAL" clId="{81D15480-6FBE-414D-AF67-96F7822E13A2}" dt="2020-02-11T17:08:08.579" v="4533" actId="47"/>
        <pc:sldMkLst>
          <pc:docMk/>
          <pc:sldMk cId="1016902631" sldId="343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909666401" sldId="343"/>
        </pc:sldMkLst>
      </pc:sldChg>
      <pc:sldChg chg="addSp delSp modSp add mod addAnim delAnim modAnim">
        <pc:chgData name="Sam O'Neill" userId="cb323814-a42a-4cfe-bc74-03f595e56f6e" providerId="ADAL" clId="{81D15480-6FBE-414D-AF67-96F7822E13A2}" dt="2020-02-13T13:02:03.096" v="10232"/>
        <pc:sldMkLst>
          <pc:docMk/>
          <pc:sldMk cId="2098889634" sldId="343"/>
        </pc:sldMkLst>
      </pc:sldChg>
      <pc:sldChg chg="addSp delSp modSp add mod delAnim modAnim">
        <pc:chgData name="Sam O'Neill" userId="cb323814-a42a-4cfe-bc74-03f595e56f6e" providerId="ADAL" clId="{81D15480-6FBE-414D-AF67-96F7822E13A2}" dt="2020-02-13T12:58:33.453" v="10217" actId="5793"/>
        <pc:sldMkLst>
          <pc:docMk/>
          <pc:sldMk cId="2330514753" sldId="344"/>
        </pc:sldMkLst>
      </pc:sldChg>
      <pc:sldChg chg="delSp modSp add del mod">
        <pc:chgData name="Sam O'Neill" userId="cb323814-a42a-4cfe-bc74-03f595e56f6e" providerId="ADAL" clId="{81D15480-6FBE-414D-AF67-96F7822E13A2}" dt="2020-02-11T17:08:17.759" v="4539" actId="47"/>
        <pc:sldMkLst>
          <pc:docMk/>
          <pc:sldMk cId="3285167009" sldId="344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1807276144" sldId="345"/>
        </pc:sldMkLst>
      </pc:sldChg>
      <pc:sldChg chg="modSp add">
        <pc:chgData name="Sam O'Neill" userId="cb323814-a42a-4cfe-bc74-03f595e56f6e" providerId="ADAL" clId="{81D15480-6FBE-414D-AF67-96F7822E13A2}" dt="2020-02-12T16:01:20.984" v="9811" actId="15373"/>
        <pc:sldMkLst>
          <pc:docMk/>
          <pc:sldMk cId="1943679837" sldId="345"/>
        </pc:sldMkLst>
      </pc:sldChg>
      <pc:sldChg chg="modSp add modAnim">
        <pc:chgData name="Sam O'Neill" userId="cb323814-a42a-4cfe-bc74-03f595e56f6e" providerId="ADAL" clId="{81D15480-6FBE-414D-AF67-96F7822E13A2}" dt="2020-02-12T16:01:44.317" v="9853" actId="20577"/>
        <pc:sldMkLst>
          <pc:docMk/>
          <pc:sldMk cId="4094712384" sldId="346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4101727643" sldId="346"/>
        </pc:sldMkLst>
      </pc:sldChg>
      <pc:sldChg chg="addSp delSp modSp add mod delAnim">
        <pc:chgData name="Sam O'Neill" userId="cb323814-a42a-4cfe-bc74-03f595e56f6e" providerId="ADAL" clId="{81D15480-6FBE-414D-AF67-96F7822E13A2}" dt="2020-02-12T14:09:25.586" v="6140" actId="6549"/>
        <pc:sldMkLst>
          <pc:docMk/>
          <pc:sldMk cId="304337896" sldId="347"/>
        </pc:sldMkLst>
      </pc:sldChg>
      <pc:sldChg chg="del">
        <pc:chgData name="Sam O'Neill" userId="cb323814-a42a-4cfe-bc74-03f595e56f6e" providerId="ADAL" clId="{81D15480-6FBE-414D-AF67-96F7822E13A2}" dt="2020-02-11T11:54:34.145" v="0" actId="47"/>
        <pc:sldMkLst>
          <pc:docMk/>
          <pc:sldMk cId="755094154" sldId="347"/>
        </pc:sldMkLst>
      </pc:sldChg>
      <pc:sldChg chg="modSp mod modAnim">
        <pc:chgData name="Sam O'Neill" userId="cb323814-a42a-4cfe-bc74-03f595e56f6e" providerId="ADAL" clId="{81D15480-6FBE-414D-AF67-96F7822E13A2}" dt="2020-02-13T13:25:40.586" v="10592" actId="20577"/>
        <pc:sldMkLst>
          <pc:docMk/>
          <pc:sldMk cId="2369782033" sldId="348"/>
        </pc:sldMkLst>
      </pc:sldChg>
      <pc:sldChg chg="addSp modSp mod">
        <pc:chgData name="Sam O'Neill" userId="cb323814-a42a-4cfe-bc74-03f595e56f6e" providerId="ADAL" clId="{81D15480-6FBE-414D-AF67-96F7822E13A2}" dt="2020-02-12T15:59:04.377" v="9746" actId="20577"/>
        <pc:sldMkLst>
          <pc:docMk/>
          <pc:sldMk cId="1107265482" sldId="349"/>
        </pc:sldMkLst>
      </pc:sldChg>
      <pc:sldChg chg="addSp delSp modSp add mod delAnim">
        <pc:chgData name="Sam O'Neill" userId="cb323814-a42a-4cfe-bc74-03f595e56f6e" providerId="ADAL" clId="{81D15480-6FBE-414D-AF67-96F7822E13A2}" dt="2020-02-12T13:54:25.693" v="5803" actId="1076"/>
        <pc:sldMkLst>
          <pc:docMk/>
          <pc:sldMk cId="1214197231" sldId="350"/>
        </pc:sldMkLst>
      </pc:sldChg>
      <pc:sldChg chg="addSp modSp add mod">
        <pc:chgData name="Sam O'Neill" userId="cb323814-a42a-4cfe-bc74-03f595e56f6e" providerId="ADAL" clId="{81D15480-6FBE-414D-AF67-96F7822E13A2}" dt="2020-02-12T16:12:36.804" v="9936" actId="20577"/>
        <pc:sldMkLst>
          <pc:docMk/>
          <pc:sldMk cId="2529980565" sldId="351"/>
        </pc:sldMkLst>
      </pc:sldChg>
      <pc:sldChg chg="modSp add mod modAnim">
        <pc:chgData name="Sam O'Neill" userId="cb323814-a42a-4cfe-bc74-03f595e56f6e" providerId="ADAL" clId="{81D15480-6FBE-414D-AF67-96F7822E13A2}" dt="2020-02-13T13:21:53.406" v="10483"/>
        <pc:sldMkLst>
          <pc:docMk/>
          <pc:sldMk cId="3087532117" sldId="352"/>
        </pc:sldMkLst>
      </pc:sldChg>
      <pc:sldChg chg="modSp add mod">
        <pc:chgData name="Sam O'Neill" userId="cb323814-a42a-4cfe-bc74-03f595e56f6e" providerId="ADAL" clId="{81D15480-6FBE-414D-AF67-96F7822E13A2}" dt="2020-02-12T16:03:41.962" v="9873" actId="20577"/>
        <pc:sldMkLst>
          <pc:docMk/>
          <pc:sldMk cId="295966784" sldId="353"/>
        </pc:sldMkLst>
      </pc:sldChg>
      <pc:sldChg chg="add del">
        <pc:chgData name="Sam O'Neill" userId="cb323814-a42a-4cfe-bc74-03f595e56f6e" providerId="ADAL" clId="{81D15480-6FBE-414D-AF67-96F7822E13A2}" dt="2020-02-12T14:43:50.060" v="7439"/>
        <pc:sldMkLst>
          <pc:docMk/>
          <pc:sldMk cId="1123465554" sldId="354"/>
        </pc:sldMkLst>
      </pc:sldChg>
      <pc:sldChg chg="modSp add mod">
        <pc:chgData name="Sam O'Neill" userId="cb323814-a42a-4cfe-bc74-03f595e56f6e" providerId="ADAL" clId="{81D15480-6FBE-414D-AF67-96F7822E13A2}" dt="2020-02-12T16:11:43.554" v="9879" actId="20577"/>
        <pc:sldMkLst>
          <pc:docMk/>
          <pc:sldMk cId="1491380622" sldId="354"/>
        </pc:sldMkLst>
      </pc:sldChg>
      <pc:sldChg chg="add del">
        <pc:chgData name="Sam O'Neill" userId="cb323814-a42a-4cfe-bc74-03f595e56f6e" providerId="ADAL" clId="{81D15480-6FBE-414D-AF67-96F7822E13A2}" dt="2020-02-12T15:28:58.981" v="8441"/>
        <pc:sldMkLst>
          <pc:docMk/>
          <pc:sldMk cId="2770676742" sldId="355"/>
        </pc:sldMkLst>
      </pc:sldChg>
      <pc:sldChg chg="modAnim">
        <pc:chgData name="Sam O'Neill" userId="cb323814-a42a-4cfe-bc74-03f595e56f6e" providerId="ADAL" clId="{81D15480-6FBE-414D-AF67-96F7822E13A2}" dt="2020-02-13T13:03:43.708" v="10240"/>
        <pc:sldMkLst>
          <pc:docMk/>
          <pc:sldMk cId="403897775" sldId="359"/>
        </pc:sldMkLst>
      </pc:sldChg>
      <pc:sldChg chg="modAnim">
        <pc:chgData name="Sam O'Neill" userId="cb323814-a42a-4cfe-bc74-03f595e56f6e" providerId="ADAL" clId="{81D15480-6FBE-414D-AF67-96F7822E13A2}" dt="2020-02-13T13:06:51.662" v="10252"/>
        <pc:sldMkLst>
          <pc:docMk/>
          <pc:sldMk cId="669141773" sldId="360"/>
        </pc:sldMkLst>
      </pc:sldChg>
      <pc:sldChg chg="addSp delSp modSp add mod modAnim">
        <pc:chgData name="Sam O'Neill" userId="cb323814-a42a-4cfe-bc74-03f595e56f6e" providerId="ADAL" clId="{81D15480-6FBE-414D-AF67-96F7822E13A2}" dt="2020-02-13T13:19:28.496" v="10477"/>
        <pc:sldMkLst>
          <pc:docMk/>
          <pc:sldMk cId="1636239039" sldId="362"/>
        </pc:sldMkLst>
      </pc:sldChg>
      <pc:sldChg chg="add del">
        <pc:chgData name="Sam O'Neill" userId="cb323814-a42a-4cfe-bc74-03f595e56f6e" providerId="ADAL" clId="{81D15480-6FBE-414D-AF67-96F7822E13A2}" dt="2020-02-13T13:14:36.673" v="10408"/>
        <pc:sldMkLst>
          <pc:docMk/>
          <pc:sldMk cId="2001573818" sldId="362"/>
        </pc:sldMkLst>
      </pc:sldChg>
    </pc:docChg>
  </pc:docChgLst>
  <pc:docChgLst>
    <pc:chgData name="Sam O'Neill" userId="cb323814-a42a-4cfe-bc74-03f595e56f6e" providerId="ADAL" clId="{CE59DC76-F921-4B49-847D-4D7A2FA0D764}"/>
    <pc:docChg chg="undo custSel addSld delSld modSld sldOrd">
      <pc:chgData name="Sam O'Neill" userId="cb323814-a42a-4cfe-bc74-03f595e56f6e" providerId="ADAL" clId="{CE59DC76-F921-4B49-847D-4D7A2FA0D764}" dt="2020-01-29T10:46:13.413" v="5604" actId="20577"/>
      <pc:docMkLst>
        <pc:docMk/>
      </pc:docMkLst>
      <pc:sldChg chg="modSp">
        <pc:chgData name="Sam O'Neill" userId="cb323814-a42a-4cfe-bc74-03f595e56f6e" providerId="ADAL" clId="{CE59DC76-F921-4B49-847D-4D7A2FA0D764}" dt="2020-01-28T17:32:38.118" v="4227" actId="20577"/>
        <pc:sldMkLst>
          <pc:docMk/>
          <pc:sldMk cId="2464477114" sldId="257"/>
        </pc:sldMkLst>
      </pc:sldChg>
      <pc:sldChg chg="modSp">
        <pc:chgData name="Sam O'Neill" userId="cb323814-a42a-4cfe-bc74-03f595e56f6e" providerId="ADAL" clId="{CE59DC76-F921-4B49-847D-4D7A2FA0D764}" dt="2020-01-28T14:40:43.740" v="276" actId="21"/>
        <pc:sldMkLst>
          <pc:docMk/>
          <pc:sldMk cId="2769808991" sldId="263"/>
        </pc:sldMkLst>
      </pc:sldChg>
      <pc:sldChg chg="addSp delSp">
        <pc:chgData name="Sam O'Neill" userId="cb323814-a42a-4cfe-bc74-03f595e56f6e" providerId="ADAL" clId="{CE59DC76-F921-4B49-847D-4D7A2FA0D764}" dt="2020-01-28T14:34:43.627" v="1"/>
        <pc:sldMkLst>
          <pc:docMk/>
          <pc:sldMk cId="2283685273" sldId="264"/>
        </pc:sldMkLst>
      </pc:sldChg>
      <pc:sldChg chg="modSp add">
        <pc:chgData name="Sam O'Neill" userId="cb323814-a42a-4cfe-bc74-03f595e56f6e" providerId="ADAL" clId="{CE59DC76-F921-4B49-847D-4D7A2FA0D764}" dt="2020-01-28T14:37:19.814" v="164" actId="20577"/>
        <pc:sldMkLst>
          <pc:docMk/>
          <pc:sldMk cId="1179506474" sldId="265"/>
        </pc:sldMkLst>
      </pc:sldChg>
      <pc:sldChg chg="modSp add">
        <pc:chgData name="Sam O'Neill" userId="cb323814-a42a-4cfe-bc74-03f595e56f6e" providerId="ADAL" clId="{CE59DC76-F921-4B49-847D-4D7A2FA0D764}" dt="2020-01-28T14:44:26.422" v="394" actId="113"/>
        <pc:sldMkLst>
          <pc:docMk/>
          <pc:sldMk cId="2632359831" sldId="266"/>
        </pc:sldMkLst>
      </pc:sldChg>
      <pc:sldChg chg="addSp delSp modSp add">
        <pc:chgData name="Sam O'Neill" userId="cb323814-a42a-4cfe-bc74-03f595e56f6e" providerId="ADAL" clId="{CE59DC76-F921-4B49-847D-4D7A2FA0D764}" dt="2020-01-28T14:58:44.594" v="777" actId="20577"/>
        <pc:sldMkLst>
          <pc:docMk/>
          <pc:sldMk cId="1196531814" sldId="267"/>
        </pc:sldMkLst>
      </pc:sldChg>
      <pc:sldChg chg="addSp delSp modSp add">
        <pc:chgData name="Sam O'Neill" userId="cb323814-a42a-4cfe-bc74-03f595e56f6e" providerId="ADAL" clId="{CE59DC76-F921-4B49-847D-4D7A2FA0D764}" dt="2020-01-28T15:01:42.383" v="873" actId="20577"/>
        <pc:sldMkLst>
          <pc:docMk/>
          <pc:sldMk cId="1117700205" sldId="268"/>
        </pc:sldMkLst>
      </pc:sldChg>
      <pc:sldChg chg="addSp delSp modSp add">
        <pc:chgData name="Sam O'Neill" userId="cb323814-a42a-4cfe-bc74-03f595e56f6e" providerId="ADAL" clId="{CE59DC76-F921-4B49-847D-4D7A2FA0D764}" dt="2020-01-28T15:05:59.203" v="1122"/>
        <pc:sldMkLst>
          <pc:docMk/>
          <pc:sldMk cId="3432463176" sldId="269"/>
        </pc:sldMkLst>
      </pc:sldChg>
      <pc:sldChg chg="addSp delSp modSp add">
        <pc:chgData name="Sam O'Neill" userId="cb323814-a42a-4cfe-bc74-03f595e56f6e" providerId="ADAL" clId="{CE59DC76-F921-4B49-847D-4D7A2FA0D764}" dt="2020-01-28T15:15:25.919" v="1335" actId="1036"/>
        <pc:sldMkLst>
          <pc:docMk/>
          <pc:sldMk cId="849270315" sldId="270"/>
        </pc:sldMkLst>
      </pc:sldChg>
      <pc:sldChg chg="addSp delSp modSp add">
        <pc:chgData name="Sam O'Neill" userId="cb323814-a42a-4cfe-bc74-03f595e56f6e" providerId="ADAL" clId="{CE59DC76-F921-4B49-847D-4D7A2FA0D764}" dt="2020-01-28T15:23:13.121" v="1463" actId="1076"/>
        <pc:sldMkLst>
          <pc:docMk/>
          <pc:sldMk cId="1933534600" sldId="271"/>
        </pc:sldMkLst>
      </pc:sldChg>
      <pc:sldChg chg="addSp modSp add">
        <pc:chgData name="Sam O'Neill" userId="cb323814-a42a-4cfe-bc74-03f595e56f6e" providerId="ADAL" clId="{CE59DC76-F921-4B49-847D-4D7A2FA0D764}" dt="2020-01-28T15:23:39.650" v="1498" actId="20577"/>
        <pc:sldMkLst>
          <pc:docMk/>
          <pc:sldMk cId="220347951" sldId="272"/>
        </pc:sldMkLst>
      </pc:sldChg>
      <pc:sldChg chg="modSp add">
        <pc:chgData name="Sam O'Neill" userId="cb323814-a42a-4cfe-bc74-03f595e56f6e" providerId="ADAL" clId="{CE59DC76-F921-4B49-847D-4D7A2FA0D764}" dt="2020-01-28T15:49:04.525" v="2368" actId="20577"/>
        <pc:sldMkLst>
          <pc:docMk/>
          <pc:sldMk cId="2156748948" sldId="273"/>
        </pc:sldMkLst>
      </pc:sldChg>
      <pc:sldChg chg="addSp delSp modSp add">
        <pc:chgData name="Sam O'Neill" userId="cb323814-a42a-4cfe-bc74-03f595e56f6e" providerId="ADAL" clId="{CE59DC76-F921-4B49-847D-4D7A2FA0D764}" dt="2020-01-28T16:15:24.695" v="2795" actId="20577"/>
        <pc:sldMkLst>
          <pc:docMk/>
          <pc:sldMk cId="2237555915" sldId="274"/>
        </pc:sldMkLst>
      </pc:sldChg>
      <pc:sldChg chg="modSp add ord">
        <pc:chgData name="Sam O'Neill" userId="cb323814-a42a-4cfe-bc74-03f595e56f6e" providerId="ADAL" clId="{CE59DC76-F921-4B49-847D-4D7A2FA0D764}" dt="2020-01-28T16:04:17.576" v="2496"/>
        <pc:sldMkLst>
          <pc:docMk/>
          <pc:sldMk cId="2520052617" sldId="275"/>
        </pc:sldMkLst>
      </pc:sldChg>
      <pc:sldChg chg="addSp delSp modSp add">
        <pc:chgData name="Sam O'Neill" userId="cb323814-a42a-4cfe-bc74-03f595e56f6e" providerId="ADAL" clId="{CE59DC76-F921-4B49-847D-4D7A2FA0D764}" dt="2020-01-28T16:43:07.305" v="2995"/>
        <pc:sldMkLst>
          <pc:docMk/>
          <pc:sldMk cId="3105986257" sldId="276"/>
        </pc:sldMkLst>
      </pc:sldChg>
      <pc:sldChg chg="modSp add">
        <pc:chgData name="Sam O'Neill" userId="cb323814-a42a-4cfe-bc74-03f595e56f6e" providerId="ADAL" clId="{CE59DC76-F921-4B49-847D-4D7A2FA0D764}" dt="2020-01-28T16:43:54.736" v="3054" actId="20577"/>
        <pc:sldMkLst>
          <pc:docMk/>
          <pc:sldMk cId="2915340057" sldId="277"/>
        </pc:sldMkLst>
      </pc:sldChg>
      <pc:sldChg chg="addSp delSp modSp add">
        <pc:chgData name="Sam O'Neill" userId="cb323814-a42a-4cfe-bc74-03f595e56f6e" providerId="ADAL" clId="{CE59DC76-F921-4B49-847D-4D7A2FA0D764}" dt="2020-01-28T17:02:28.380" v="3389" actId="403"/>
        <pc:sldMkLst>
          <pc:docMk/>
          <pc:sldMk cId="2234063388" sldId="278"/>
        </pc:sldMkLst>
      </pc:sldChg>
      <pc:sldChg chg="addSp delSp modSp add">
        <pc:chgData name="Sam O'Neill" userId="cb323814-a42a-4cfe-bc74-03f595e56f6e" providerId="ADAL" clId="{CE59DC76-F921-4B49-847D-4D7A2FA0D764}" dt="2020-01-28T17:02:01.662" v="3379" actId="20577"/>
        <pc:sldMkLst>
          <pc:docMk/>
          <pc:sldMk cId="122309272" sldId="279"/>
        </pc:sldMkLst>
      </pc:sldChg>
      <pc:sldChg chg="addSp modSp add">
        <pc:chgData name="Sam O'Neill" userId="cb323814-a42a-4cfe-bc74-03f595e56f6e" providerId="ADAL" clId="{CE59DC76-F921-4B49-847D-4D7A2FA0D764}" dt="2020-01-28T17:02:06.134" v="3380"/>
        <pc:sldMkLst>
          <pc:docMk/>
          <pc:sldMk cId="1024318712" sldId="280"/>
        </pc:sldMkLst>
      </pc:sldChg>
      <pc:sldChg chg="addSp delSp modSp add">
        <pc:chgData name="Sam O'Neill" userId="cb323814-a42a-4cfe-bc74-03f595e56f6e" providerId="ADAL" clId="{CE59DC76-F921-4B49-847D-4D7A2FA0D764}" dt="2020-01-28T17:06:16.082" v="3436"/>
        <pc:sldMkLst>
          <pc:docMk/>
          <pc:sldMk cId="3792992735" sldId="281"/>
        </pc:sldMkLst>
      </pc:sldChg>
      <pc:sldChg chg="addSp modSp add">
        <pc:chgData name="Sam O'Neill" userId="cb323814-a42a-4cfe-bc74-03f595e56f6e" providerId="ADAL" clId="{CE59DC76-F921-4B49-847D-4D7A2FA0D764}" dt="2020-01-28T17:04:36.446" v="3419" actId="20577"/>
        <pc:sldMkLst>
          <pc:docMk/>
          <pc:sldMk cId="446370990" sldId="282"/>
        </pc:sldMkLst>
      </pc:sldChg>
      <pc:sldChg chg="addSp delSp modSp add">
        <pc:chgData name="Sam O'Neill" userId="cb323814-a42a-4cfe-bc74-03f595e56f6e" providerId="ADAL" clId="{CE59DC76-F921-4B49-847D-4D7A2FA0D764}" dt="2020-01-28T17:29:56.868" v="4183" actId="1076"/>
        <pc:sldMkLst>
          <pc:docMk/>
          <pc:sldMk cId="613823368" sldId="283"/>
        </pc:sldMkLst>
      </pc:sldChg>
      <pc:sldChg chg="addSp modSp add">
        <pc:chgData name="Sam O'Neill" userId="cb323814-a42a-4cfe-bc74-03f595e56f6e" providerId="ADAL" clId="{CE59DC76-F921-4B49-847D-4D7A2FA0D764}" dt="2020-01-28T17:09:25.230" v="3541" actId="1076"/>
        <pc:sldMkLst>
          <pc:docMk/>
          <pc:sldMk cId="3480988085" sldId="284"/>
        </pc:sldMkLst>
      </pc:sldChg>
      <pc:sldChg chg="addSp delSp modSp add">
        <pc:chgData name="Sam O'Neill" userId="cb323814-a42a-4cfe-bc74-03f595e56f6e" providerId="ADAL" clId="{CE59DC76-F921-4B49-847D-4D7A2FA0D764}" dt="2020-01-28T17:10:12.443" v="3555" actId="20577"/>
        <pc:sldMkLst>
          <pc:docMk/>
          <pc:sldMk cId="603339477" sldId="285"/>
        </pc:sldMkLst>
      </pc:sldChg>
      <pc:sldChg chg="add del">
        <pc:chgData name="Sam O'Neill" userId="cb323814-a42a-4cfe-bc74-03f595e56f6e" providerId="ADAL" clId="{CE59DC76-F921-4B49-847D-4D7A2FA0D764}" dt="2020-01-28T17:07:59.805" v="3528"/>
        <pc:sldMkLst>
          <pc:docMk/>
          <pc:sldMk cId="2418985860" sldId="285"/>
        </pc:sldMkLst>
      </pc:sldChg>
      <pc:sldChg chg="modSp add">
        <pc:chgData name="Sam O'Neill" userId="cb323814-a42a-4cfe-bc74-03f595e56f6e" providerId="ADAL" clId="{CE59DC76-F921-4B49-847D-4D7A2FA0D764}" dt="2020-01-29T10:45:07.720" v="5553" actId="13926"/>
        <pc:sldMkLst>
          <pc:docMk/>
          <pc:sldMk cId="418354214" sldId="286"/>
        </pc:sldMkLst>
      </pc:sldChg>
      <pc:sldChg chg="add del">
        <pc:chgData name="Sam O'Neill" userId="cb323814-a42a-4cfe-bc74-03f595e56f6e" providerId="ADAL" clId="{CE59DC76-F921-4B49-847D-4D7A2FA0D764}" dt="2020-01-28T17:10:39.965" v="3557"/>
        <pc:sldMkLst>
          <pc:docMk/>
          <pc:sldMk cId="3890968787" sldId="286"/>
        </pc:sldMkLst>
      </pc:sldChg>
      <pc:sldChg chg="addSp modSp add">
        <pc:chgData name="Sam O'Neill" userId="cb323814-a42a-4cfe-bc74-03f595e56f6e" providerId="ADAL" clId="{CE59DC76-F921-4B49-847D-4D7A2FA0D764}" dt="2020-01-29T10:45:58.730" v="5593" actId="20577"/>
        <pc:sldMkLst>
          <pc:docMk/>
          <pc:sldMk cId="1584060751" sldId="287"/>
        </pc:sldMkLst>
      </pc:sldChg>
      <pc:sldChg chg="addSp delSp modSp add ord">
        <pc:chgData name="Sam O'Neill" userId="cb323814-a42a-4cfe-bc74-03f595e56f6e" providerId="ADAL" clId="{CE59DC76-F921-4B49-847D-4D7A2FA0D764}" dt="2020-01-29T10:45:25.827" v="5555"/>
        <pc:sldMkLst>
          <pc:docMk/>
          <pc:sldMk cId="3607127533" sldId="288"/>
        </pc:sldMkLst>
      </pc:sldChg>
      <pc:sldChg chg="modSp add">
        <pc:chgData name="Sam O'Neill" userId="cb323814-a42a-4cfe-bc74-03f595e56f6e" providerId="ADAL" clId="{CE59DC76-F921-4B49-847D-4D7A2FA0D764}" dt="2020-01-29T10:46:13.413" v="5604" actId="20577"/>
        <pc:sldMkLst>
          <pc:docMk/>
          <pc:sldMk cId="1916829109" sldId="289"/>
        </pc:sldMkLst>
      </pc:sldChg>
      <pc:sldChg chg="add del">
        <pc:chgData name="Sam O'Neill" userId="cb323814-a42a-4cfe-bc74-03f595e56f6e" providerId="ADAL" clId="{CE59DC76-F921-4B49-847D-4D7A2FA0D764}" dt="2020-01-28T17:47:41.530" v="4229" actId="47"/>
        <pc:sldMkLst>
          <pc:docMk/>
          <pc:sldMk cId="2081217065" sldId="289"/>
        </pc:sldMkLst>
      </pc:sldChg>
      <pc:sldChg chg="add del">
        <pc:chgData name="Sam O'Neill" userId="cb323814-a42a-4cfe-bc74-03f595e56f6e" providerId="ADAL" clId="{CE59DC76-F921-4B49-847D-4D7A2FA0D764}" dt="2020-01-28T18:41:38.916" v="4708" actId="47"/>
        <pc:sldMkLst>
          <pc:docMk/>
          <pc:sldMk cId="776685698" sldId="290"/>
        </pc:sldMkLst>
      </pc:sldChg>
      <pc:sldChg chg="add del">
        <pc:chgData name="Sam O'Neill" userId="cb323814-a42a-4cfe-bc74-03f595e56f6e" providerId="ADAL" clId="{CE59DC76-F921-4B49-847D-4D7A2FA0D764}" dt="2020-01-28T18:56:56.171" v="5055" actId="47"/>
        <pc:sldMkLst>
          <pc:docMk/>
          <pc:sldMk cId="1414524183" sldId="291"/>
        </pc:sldMkLst>
      </pc:sldChg>
      <pc:sldChg chg="addSp delSp modSp add">
        <pc:chgData name="Sam O'Neill" userId="cb323814-a42a-4cfe-bc74-03f595e56f6e" providerId="ADAL" clId="{CE59DC76-F921-4B49-847D-4D7A2FA0D764}" dt="2020-01-28T18:56:51.459" v="5054" actId="20577"/>
        <pc:sldMkLst>
          <pc:docMk/>
          <pc:sldMk cId="3839834318" sldId="292"/>
        </pc:sldMkLst>
      </pc:sldChg>
      <pc:sldChg chg="add del">
        <pc:chgData name="Sam O'Neill" userId="cb323814-a42a-4cfe-bc74-03f595e56f6e" providerId="ADAL" clId="{CE59DC76-F921-4B49-847D-4D7A2FA0D764}" dt="2020-01-28T19:01:36.813" v="5057" actId="47"/>
        <pc:sldMkLst>
          <pc:docMk/>
          <pc:sldMk cId="1216517777" sldId="293"/>
        </pc:sldMkLst>
      </pc:sldChg>
      <pc:sldChg chg="modSp add">
        <pc:chgData name="Sam O'Neill" userId="cb323814-a42a-4cfe-bc74-03f595e56f6e" providerId="ADAL" clId="{CE59DC76-F921-4B49-847D-4D7A2FA0D764}" dt="2020-01-28T19:04:01.891" v="5348" actId="20577"/>
        <pc:sldMkLst>
          <pc:docMk/>
          <pc:sldMk cId="3212836589" sldId="293"/>
        </pc:sldMkLst>
      </pc:sldChg>
      <pc:sldChg chg="addSp delSp modSp add">
        <pc:chgData name="Sam O'Neill" userId="cb323814-a42a-4cfe-bc74-03f595e56f6e" providerId="ADAL" clId="{CE59DC76-F921-4B49-847D-4D7A2FA0D764}" dt="2020-01-29T10:44:32.453" v="5552" actId="14100"/>
        <pc:sldMkLst>
          <pc:docMk/>
          <pc:sldMk cId="2081506952" sldId="294"/>
        </pc:sldMkLst>
      </pc:sldChg>
    </pc:docChg>
  </pc:docChgLst>
  <pc:docChgLst>
    <pc:chgData name="Sam O'Neill" userId="cb323814-a42a-4cfe-bc74-03f595e56f6e" providerId="ADAL" clId="{FDB031C4-0D92-4B7E-879C-F94D0165926D}"/>
    <pc:docChg chg="modSld">
      <pc:chgData name="Sam O'Neill" userId="cb323814-a42a-4cfe-bc74-03f595e56f6e" providerId="ADAL" clId="{FDB031C4-0D92-4B7E-879C-F94D0165926D}" dt="2019-10-31T13:46:45.878" v="110"/>
      <pc:docMkLst>
        <pc:docMk/>
      </pc:docMkLst>
      <pc:sldChg chg="modSp modAnim">
        <pc:chgData name="Sam O'Neill" userId="cb323814-a42a-4cfe-bc74-03f595e56f6e" providerId="ADAL" clId="{FDB031C4-0D92-4B7E-879C-F94D0165926D}" dt="2019-10-31T13:40:43.397" v="3" actId="20577"/>
        <pc:sldMkLst>
          <pc:docMk/>
          <pc:sldMk cId="297669834" sldId="298"/>
        </pc:sldMkLst>
      </pc:sldChg>
      <pc:sldChg chg="modSp modAnim">
        <pc:chgData name="Sam O'Neill" userId="cb323814-a42a-4cfe-bc74-03f595e56f6e" providerId="ADAL" clId="{FDB031C4-0D92-4B7E-879C-F94D0165926D}" dt="2019-10-31T13:45:38.918" v="102" actId="15"/>
        <pc:sldMkLst>
          <pc:docMk/>
          <pc:sldMk cId="1688978545" sldId="307"/>
        </pc:sldMkLst>
      </pc:sldChg>
      <pc:sldChg chg="modSp">
        <pc:chgData name="Sam O'Neill" userId="cb323814-a42a-4cfe-bc74-03f595e56f6e" providerId="ADAL" clId="{FDB031C4-0D92-4B7E-879C-F94D0165926D}" dt="2019-10-31T13:46:28.656" v="103"/>
        <pc:sldMkLst>
          <pc:docMk/>
          <pc:sldMk cId="33109785" sldId="308"/>
        </pc:sldMkLst>
      </pc:sldChg>
      <pc:sldChg chg="modSp">
        <pc:chgData name="Sam O'Neill" userId="cb323814-a42a-4cfe-bc74-03f595e56f6e" providerId="ADAL" clId="{FDB031C4-0D92-4B7E-879C-F94D0165926D}" dt="2019-10-31T13:46:36.735" v="105"/>
        <pc:sldMkLst>
          <pc:docMk/>
          <pc:sldMk cId="2333503007" sldId="309"/>
        </pc:sldMkLst>
      </pc:sldChg>
      <pc:sldChg chg="modSp modAnim">
        <pc:chgData name="Sam O'Neill" userId="cb323814-a42a-4cfe-bc74-03f595e56f6e" providerId="ADAL" clId="{FDB031C4-0D92-4B7E-879C-F94D0165926D}" dt="2019-10-31T13:46:40" v="107"/>
        <pc:sldMkLst>
          <pc:docMk/>
          <pc:sldMk cId="3914801083" sldId="310"/>
        </pc:sldMkLst>
      </pc:sldChg>
      <pc:sldChg chg="modSp">
        <pc:chgData name="Sam O'Neill" userId="cb323814-a42a-4cfe-bc74-03f595e56f6e" providerId="ADAL" clId="{FDB031C4-0D92-4B7E-879C-F94D0165926D}" dt="2019-10-31T13:46:35.070" v="104"/>
        <pc:sldMkLst>
          <pc:docMk/>
          <pc:sldMk cId="2976530976" sldId="311"/>
        </pc:sldMkLst>
      </pc:sldChg>
      <pc:sldChg chg="modSp">
        <pc:chgData name="Sam O'Neill" userId="cb323814-a42a-4cfe-bc74-03f595e56f6e" providerId="ADAL" clId="{FDB031C4-0D92-4B7E-879C-F94D0165926D}" dt="2019-10-31T13:46:42.063" v="108"/>
        <pc:sldMkLst>
          <pc:docMk/>
          <pc:sldMk cId="757591041" sldId="312"/>
        </pc:sldMkLst>
      </pc:sldChg>
      <pc:sldChg chg="modTransition">
        <pc:chgData name="Sam O'Neill" userId="cb323814-a42a-4cfe-bc74-03f595e56f6e" providerId="ADAL" clId="{FDB031C4-0D92-4B7E-879C-F94D0165926D}" dt="2019-10-31T13:42:22.194" v="4"/>
        <pc:sldMkLst>
          <pc:docMk/>
          <pc:sldMk cId="181662958" sldId="313"/>
        </pc:sldMkLst>
      </pc:sldChg>
      <pc:sldChg chg="modTransition">
        <pc:chgData name="Sam O'Neill" userId="cb323814-a42a-4cfe-bc74-03f595e56f6e" providerId="ADAL" clId="{FDB031C4-0D92-4B7E-879C-F94D0165926D}" dt="2019-10-31T13:42:22.194" v="4"/>
        <pc:sldMkLst>
          <pc:docMk/>
          <pc:sldMk cId="3249660774" sldId="314"/>
        </pc:sldMkLst>
      </pc:sldChg>
      <pc:sldChg chg="modSp">
        <pc:chgData name="Sam O'Neill" userId="cb323814-a42a-4cfe-bc74-03f595e56f6e" providerId="ADAL" clId="{FDB031C4-0D92-4B7E-879C-F94D0165926D}" dt="2019-10-31T13:46:43.988" v="109"/>
        <pc:sldMkLst>
          <pc:docMk/>
          <pc:sldMk cId="2685382373" sldId="315"/>
        </pc:sldMkLst>
      </pc:sldChg>
      <pc:sldChg chg="modSp">
        <pc:chgData name="Sam O'Neill" userId="cb323814-a42a-4cfe-bc74-03f595e56f6e" providerId="ADAL" clId="{FDB031C4-0D92-4B7E-879C-F94D0165926D}" dt="2019-10-31T13:46:38.321" v="106"/>
        <pc:sldMkLst>
          <pc:docMk/>
          <pc:sldMk cId="1636974708" sldId="316"/>
        </pc:sldMkLst>
      </pc:sldChg>
      <pc:sldChg chg="modSp">
        <pc:chgData name="Sam O'Neill" userId="cb323814-a42a-4cfe-bc74-03f595e56f6e" providerId="ADAL" clId="{FDB031C4-0D92-4B7E-879C-F94D0165926D}" dt="2019-10-31T13:46:45.878" v="110"/>
        <pc:sldMkLst>
          <pc:docMk/>
          <pc:sldMk cId="2063631930" sldId="317"/>
        </pc:sldMkLst>
      </pc:sldChg>
    </pc:docChg>
  </pc:docChgLst>
  <pc:docChgLst>
    <pc:chgData name="Sam O'Neill" userId="cb323814-a42a-4cfe-bc74-03f595e56f6e" providerId="ADAL" clId="{6C6F2A0A-45F8-4123-AD3C-F03E4B51A973}"/>
    <pc:docChg chg="undo custSel addSld delSld modSld sldOrd">
      <pc:chgData name="Sam O'Neill" userId="cb323814-a42a-4cfe-bc74-03f595e56f6e" providerId="ADAL" clId="{6C6F2A0A-45F8-4123-AD3C-F03E4B51A973}" dt="2019-11-21T13:40:16.545" v="717" actId="20577"/>
      <pc:docMkLst>
        <pc:docMk/>
      </pc:docMkLst>
      <pc:sldChg chg="modSp">
        <pc:chgData name="Sam O'Neill" userId="cb323814-a42a-4cfe-bc74-03f595e56f6e" providerId="ADAL" clId="{6C6F2A0A-45F8-4123-AD3C-F03E4B51A973}" dt="2019-11-21T13:25:31.287" v="588" actId="20577"/>
        <pc:sldMkLst>
          <pc:docMk/>
          <pc:sldMk cId="2464477114" sldId="257"/>
        </pc:sldMkLst>
      </pc:sldChg>
      <pc:sldChg chg="del">
        <pc:chgData name="Sam O'Neill" userId="cb323814-a42a-4cfe-bc74-03f595e56f6e" providerId="ADAL" clId="{6C6F2A0A-45F8-4123-AD3C-F03E4B51A973}" dt="2019-11-21T13:25:34.956" v="589" actId="2696"/>
        <pc:sldMkLst>
          <pc:docMk/>
          <pc:sldMk cId="3240690951" sldId="271"/>
        </pc:sldMkLst>
      </pc:sldChg>
      <pc:sldChg chg="modSp">
        <pc:chgData name="Sam O'Neill" userId="cb323814-a42a-4cfe-bc74-03f595e56f6e" providerId="ADAL" clId="{6C6F2A0A-45F8-4123-AD3C-F03E4B51A973}" dt="2019-11-21T12:29:47.493" v="0" actId="14100"/>
        <pc:sldMkLst>
          <pc:docMk/>
          <pc:sldMk cId="3936150012" sldId="272"/>
        </pc:sldMkLst>
      </pc:sldChg>
      <pc:sldChg chg="modSp modAnim">
        <pc:chgData name="Sam O'Neill" userId="cb323814-a42a-4cfe-bc74-03f595e56f6e" providerId="ADAL" clId="{6C6F2A0A-45F8-4123-AD3C-F03E4B51A973}" dt="2019-11-21T12:32:12.318" v="138" actId="20577"/>
        <pc:sldMkLst>
          <pc:docMk/>
          <pc:sldMk cId="3286258724" sldId="273"/>
        </pc:sldMkLst>
      </pc:sldChg>
      <pc:sldChg chg="addSp modSp modAnim">
        <pc:chgData name="Sam O'Neill" userId="cb323814-a42a-4cfe-bc74-03f595e56f6e" providerId="ADAL" clId="{6C6F2A0A-45F8-4123-AD3C-F03E4B51A973}" dt="2019-11-21T12:31:24.786" v="116" actId="20577"/>
        <pc:sldMkLst>
          <pc:docMk/>
          <pc:sldMk cId="1384563930" sldId="277"/>
        </pc:sldMkLst>
      </pc:sldChg>
      <pc:sldChg chg="modSp">
        <pc:chgData name="Sam O'Neill" userId="cb323814-a42a-4cfe-bc74-03f595e56f6e" providerId="ADAL" clId="{6C6F2A0A-45F8-4123-AD3C-F03E4B51A973}" dt="2019-11-21T12:31:46.328" v="117" actId="13926"/>
        <pc:sldMkLst>
          <pc:docMk/>
          <pc:sldMk cId="4130756932" sldId="278"/>
        </pc:sldMkLst>
      </pc:sldChg>
      <pc:sldChg chg="modSp modAnim">
        <pc:chgData name="Sam O'Neill" userId="cb323814-a42a-4cfe-bc74-03f595e56f6e" providerId="ADAL" clId="{6C6F2A0A-45F8-4123-AD3C-F03E4B51A973}" dt="2019-11-21T12:32:39.303" v="143"/>
        <pc:sldMkLst>
          <pc:docMk/>
          <pc:sldMk cId="79205864" sldId="279"/>
        </pc:sldMkLst>
      </pc:sldChg>
      <pc:sldChg chg="modSp">
        <pc:chgData name="Sam O'Neill" userId="cb323814-a42a-4cfe-bc74-03f595e56f6e" providerId="ADAL" clId="{6C6F2A0A-45F8-4123-AD3C-F03E4B51A973}" dt="2019-11-21T12:32:44.877" v="147" actId="20577"/>
        <pc:sldMkLst>
          <pc:docMk/>
          <pc:sldMk cId="2088039553" sldId="281"/>
        </pc:sldMkLst>
      </pc:sldChg>
      <pc:sldChg chg="addSp modSp modAnim">
        <pc:chgData name="Sam O'Neill" userId="cb323814-a42a-4cfe-bc74-03f595e56f6e" providerId="ADAL" clId="{6C6F2A0A-45F8-4123-AD3C-F03E4B51A973}" dt="2019-11-21T12:38:02.403" v="347"/>
        <pc:sldMkLst>
          <pc:docMk/>
          <pc:sldMk cId="4183058261" sldId="284"/>
        </pc:sldMkLst>
      </pc:sldChg>
      <pc:sldChg chg="modAnim">
        <pc:chgData name="Sam O'Neill" userId="cb323814-a42a-4cfe-bc74-03f595e56f6e" providerId="ADAL" clId="{6C6F2A0A-45F8-4123-AD3C-F03E4B51A973}" dt="2019-11-21T12:38:17.608" v="352"/>
        <pc:sldMkLst>
          <pc:docMk/>
          <pc:sldMk cId="1575725864" sldId="285"/>
        </pc:sldMkLst>
      </pc:sldChg>
      <pc:sldChg chg="modSp modAnim">
        <pc:chgData name="Sam O'Neill" userId="cb323814-a42a-4cfe-bc74-03f595e56f6e" providerId="ADAL" clId="{6C6F2A0A-45F8-4123-AD3C-F03E4B51A973}" dt="2019-11-21T12:38:40.406" v="359"/>
        <pc:sldMkLst>
          <pc:docMk/>
          <pc:sldMk cId="172795176" sldId="286"/>
        </pc:sldMkLst>
      </pc:sldChg>
      <pc:sldChg chg="modSp ord modAnim">
        <pc:chgData name="Sam O'Neill" userId="cb323814-a42a-4cfe-bc74-03f595e56f6e" providerId="ADAL" clId="{6C6F2A0A-45F8-4123-AD3C-F03E4B51A973}" dt="2019-11-21T12:42:16.687" v="429" actId="20577"/>
        <pc:sldMkLst>
          <pc:docMk/>
          <pc:sldMk cId="152413535" sldId="287"/>
        </pc:sldMkLst>
      </pc:sldChg>
      <pc:sldChg chg="addSp delSp modSp">
        <pc:chgData name="Sam O'Neill" userId="cb323814-a42a-4cfe-bc74-03f595e56f6e" providerId="ADAL" clId="{6C6F2A0A-45F8-4123-AD3C-F03E4B51A973}" dt="2019-11-21T12:36:22.833" v="305" actId="1076"/>
        <pc:sldMkLst>
          <pc:docMk/>
          <pc:sldMk cId="3771768100" sldId="289"/>
        </pc:sldMkLst>
      </pc:sldChg>
      <pc:sldChg chg="del">
        <pc:chgData name="Sam O'Neill" userId="cb323814-a42a-4cfe-bc74-03f595e56f6e" providerId="ADAL" clId="{6C6F2A0A-45F8-4123-AD3C-F03E4B51A973}" dt="2019-11-21T12:36:40.368" v="306" actId="2696"/>
        <pc:sldMkLst>
          <pc:docMk/>
          <pc:sldMk cId="1642905886" sldId="290"/>
        </pc:sldMkLst>
      </pc:sldChg>
      <pc:sldChg chg="addSp modSp modAnim">
        <pc:chgData name="Sam O'Neill" userId="cb323814-a42a-4cfe-bc74-03f595e56f6e" providerId="ADAL" clId="{6C6F2A0A-45F8-4123-AD3C-F03E4B51A973}" dt="2019-11-21T12:46:31.149" v="583" actId="20577"/>
        <pc:sldMkLst>
          <pc:docMk/>
          <pc:sldMk cId="3268352976" sldId="291"/>
        </pc:sldMkLst>
      </pc:sldChg>
      <pc:sldChg chg="modSp add">
        <pc:chgData name="Sam O'Neill" userId="cb323814-a42a-4cfe-bc74-03f595e56f6e" providerId="ADAL" clId="{6C6F2A0A-45F8-4123-AD3C-F03E4B51A973}" dt="2019-11-21T12:41:49.292" v="397" actId="20577"/>
        <pc:sldMkLst>
          <pc:docMk/>
          <pc:sldMk cId="487034954" sldId="292"/>
        </pc:sldMkLst>
      </pc:sldChg>
      <pc:sldChg chg="addSp modSp add">
        <pc:chgData name="Sam O'Neill" userId="cb323814-a42a-4cfe-bc74-03f595e56f6e" providerId="ADAL" clId="{6C6F2A0A-45F8-4123-AD3C-F03E4B51A973}" dt="2019-11-21T13:40:16.545" v="717" actId="20577"/>
        <pc:sldMkLst>
          <pc:docMk/>
          <pc:sldMk cId="3196128063" sldId="293"/>
        </pc:sldMkLst>
      </pc:sldChg>
      <pc:sldChg chg="add">
        <pc:chgData name="Sam O'Neill" userId="cb323814-a42a-4cfe-bc74-03f595e56f6e" providerId="ADAL" clId="{6C6F2A0A-45F8-4123-AD3C-F03E4B51A973}" dt="2019-11-21T13:38:39.768" v="590"/>
        <pc:sldMkLst>
          <pc:docMk/>
          <pc:sldMk cId="3133951715" sldId="294"/>
        </pc:sldMkLst>
      </pc:sldChg>
      <pc:sldChg chg="add">
        <pc:chgData name="Sam O'Neill" userId="cb323814-a42a-4cfe-bc74-03f595e56f6e" providerId="ADAL" clId="{6C6F2A0A-45F8-4123-AD3C-F03E4B51A973}" dt="2019-11-21T13:38:39.768" v="590"/>
        <pc:sldMkLst>
          <pc:docMk/>
          <pc:sldMk cId="1375759681" sldId="296"/>
        </pc:sldMkLst>
      </pc:sldChg>
      <pc:sldChg chg="addSp delSp modSp add">
        <pc:chgData name="Sam O'Neill" userId="cb323814-a42a-4cfe-bc74-03f595e56f6e" providerId="ADAL" clId="{6C6F2A0A-45F8-4123-AD3C-F03E4B51A973}" dt="2019-11-21T13:38:51.433" v="605" actId="20577"/>
        <pc:sldMkLst>
          <pc:docMk/>
          <pc:sldMk cId="1880957841" sldId="297"/>
        </pc:sldMkLst>
      </pc:sldChg>
    </pc:docChg>
  </pc:docChgLst>
  <pc:docChgLst>
    <pc:chgData name="Sam O'Neill" userId="cb323814-a42a-4cfe-bc74-03f595e56f6e" providerId="ADAL" clId="{BADCAA85-4712-4663-889D-4D13B0E23377}"/>
    <pc:docChg chg="custSel addSld delSld modSld">
      <pc:chgData name="Sam O'Neill" userId="cb323814-a42a-4cfe-bc74-03f595e56f6e" providerId="ADAL" clId="{BADCAA85-4712-4663-889D-4D13B0E23377}" dt="2021-02-11T12:24:04.800" v="387" actId="33639"/>
      <pc:docMkLst>
        <pc:docMk/>
      </pc:docMkLst>
      <pc:sldChg chg="del">
        <pc:chgData name="Sam O'Neill" userId="cb323814-a42a-4cfe-bc74-03f595e56f6e" providerId="ADAL" clId="{BADCAA85-4712-4663-889D-4D13B0E23377}" dt="2021-02-11T08:41:20.426" v="1" actId="2696"/>
        <pc:sldMkLst>
          <pc:docMk/>
          <pc:sldMk cId="1582779011" sldId="31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372416909" sldId="32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066874544" sldId="321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539044082" sldId="322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4134767169" sldId="323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982664530" sldId="325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830733632" sldId="326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953580367" sldId="327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769471408" sldId="33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012511006" sldId="331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871655049" sldId="333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974898386" sldId="334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921976811" sldId="335"/>
        </pc:sldMkLst>
      </pc:sldChg>
      <pc:sldChg chg="addSp delSp mod modAnim">
        <pc:chgData name="Sam O'Neill" userId="cb323814-a42a-4cfe-bc74-03f595e56f6e" providerId="ADAL" clId="{BADCAA85-4712-4663-889D-4D13B0E23377}" dt="2021-02-11T12:24:04.800" v="387" actId="33639"/>
        <pc:sldMkLst>
          <pc:docMk/>
          <pc:sldMk cId="1046504550" sldId="336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470467097" sldId="337"/>
        </pc:sldMkLst>
      </pc:sldChg>
      <pc:sldChg chg="addSp delSp mod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446967282" sldId="338"/>
        </pc:sldMkLst>
      </pc:sldChg>
      <pc:sldChg chg="addSp delSp mod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544334578" sldId="339"/>
        </pc:sldMkLst>
      </pc:sldChg>
      <pc:sldChg chg="addSp delSp mod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642407119" sldId="340"/>
        </pc:sldMkLst>
      </pc:sldChg>
      <pc:sldChg chg="del">
        <pc:chgData name="Sam O'Neill" userId="cb323814-a42a-4cfe-bc74-03f595e56f6e" providerId="ADAL" clId="{BADCAA85-4712-4663-889D-4D13B0E23377}" dt="2021-02-11T08:41:20.426" v="1" actId="2696"/>
        <pc:sldMkLst>
          <pc:docMk/>
          <pc:sldMk cId="1407836991" sldId="341"/>
        </pc:sldMkLst>
      </pc:sldChg>
      <pc:sldChg chg="del">
        <pc:chgData name="Sam O'Neill" userId="cb323814-a42a-4cfe-bc74-03f595e56f6e" providerId="ADAL" clId="{BADCAA85-4712-4663-889D-4D13B0E23377}" dt="2021-02-11T08:41:20.426" v="1" actId="2696"/>
        <pc:sldMkLst>
          <pc:docMk/>
          <pc:sldMk cId="2098889634" sldId="343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2330514753" sldId="344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1943679837" sldId="345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4094712384" sldId="346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304337896" sldId="347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369782033" sldId="348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107265482" sldId="349"/>
        </pc:sldMkLst>
      </pc:sldChg>
      <pc:sldChg chg="del">
        <pc:chgData name="Sam O'Neill" userId="cb323814-a42a-4cfe-bc74-03f595e56f6e" providerId="ADAL" clId="{BADCAA85-4712-4663-889D-4D13B0E23377}" dt="2021-02-11T08:39:09.763" v="0" actId="47"/>
        <pc:sldMkLst>
          <pc:docMk/>
          <pc:sldMk cId="1214197231" sldId="35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2529980565" sldId="351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3087532117" sldId="352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403897775" sldId="359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669141773" sldId="360"/>
        </pc:sldMkLst>
      </pc:sldChg>
      <pc:sldChg chg="addSp delSp mod">
        <pc:chgData name="Sam O'Neill" userId="cb323814-a42a-4cfe-bc74-03f595e56f6e" providerId="ADAL" clId="{BADCAA85-4712-4663-889D-4D13B0E23377}" dt="2021-02-11T12:24:04.800" v="387" actId="33639"/>
        <pc:sldMkLst>
          <pc:docMk/>
          <pc:sldMk cId="1141663153" sldId="361"/>
        </pc:sldMkLst>
      </pc:sldChg>
      <pc:sldChg chg="modSp add del mod">
        <pc:chgData name="Sam O'Neill" userId="cb323814-a42a-4cfe-bc74-03f595e56f6e" providerId="ADAL" clId="{BADCAA85-4712-4663-889D-4D13B0E23377}" dt="2021-02-11T09:22:57.356" v="76" actId="47"/>
        <pc:sldMkLst>
          <pc:docMk/>
          <pc:sldMk cId="262298376" sldId="363"/>
        </pc:sldMkLst>
      </pc:sldChg>
      <pc:sldChg chg="addSp delSp modSp add mod modAnim">
        <pc:chgData name="Sam O'Neill" userId="cb323814-a42a-4cfe-bc74-03f595e56f6e" providerId="ADAL" clId="{BADCAA85-4712-4663-889D-4D13B0E23377}" dt="2021-02-11T12:24:04.800" v="387" actId="33639"/>
        <pc:sldMkLst>
          <pc:docMk/>
          <pc:sldMk cId="3933695454" sldId="363"/>
        </pc:sldMkLst>
      </pc:sldChg>
    </pc:docChg>
  </pc:docChgLst>
  <pc:docChgLst>
    <pc:chgData name="Sam O’Neil" userId="cb323814-a42a-4cfe-bc74-03f595e56f6e" providerId="ADAL" clId="{A400A25C-AD53-4DED-9CE7-9937FD2E1C3E}"/>
    <pc:docChg chg="undo redo custSel addSld delSld modSld">
      <pc:chgData name="Sam O’Neil" userId="cb323814-a42a-4cfe-bc74-03f595e56f6e" providerId="ADAL" clId="{A400A25C-AD53-4DED-9CE7-9937FD2E1C3E}" dt="2019-10-10T09:31:18.610" v="4106" actId="20577"/>
      <pc:docMkLst>
        <pc:docMk/>
      </pc:docMkLst>
      <pc:sldChg chg="modSp add">
        <pc:chgData name="Sam O’Neil" userId="cb323814-a42a-4cfe-bc74-03f595e56f6e" providerId="ADAL" clId="{A400A25C-AD53-4DED-9CE7-9937FD2E1C3E}" dt="2019-10-08T20:55:46.092" v="32" actId="20577"/>
        <pc:sldMkLst>
          <pc:docMk/>
          <pc:sldMk cId="110775907" sldId="256"/>
        </pc:sldMkLst>
      </pc:sldChg>
      <pc:sldChg chg="modSp add">
        <pc:chgData name="Sam O’Neil" userId="cb323814-a42a-4cfe-bc74-03f595e56f6e" providerId="ADAL" clId="{A400A25C-AD53-4DED-9CE7-9937FD2E1C3E}" dt="2019-10-09T17:51:28.827" v="3837" actId="20577"/>
        <pc:sldMkLst>
          <pc:docMk/>
          <pc:sldMk cId="2464477114" sldId="257"/>
        </pc:sldMkLst>
      </pc:sldChg>
      <pc:sldChg chg="modSp modAnim">
        <pc:chgData name="Sam O’Neil" userId="cb323814-a42a-4cfe-bc74-03f595e56f6e" providerId="ADAL" clId="{A400A25C-AD53-4DED-9CE7-9937FD2E1C3E}" dt="2019-10-09T17:38:06.013" v="3508"/>
        <pc:sldMkLst>
          <pc:docMk/>
          <pc:sldMk cId="737113903" sldId="258"/>
        </pc:sldMkLst>
      </pc:sldChg>
      <pc:sldChg chg="modSp modAnim">
        <pc:chgData name="Sam O’Neil" userId="cb323814-a42a-4cfe-bc74-03f595e56f6e" providerId="ADAL" clId="{A400A25C-AD53-4DED-9CE7-9937FD2E1C3E}" dt="2019-10-09T17:38:10.140" v="3510"/>
        <pc:sldMkLst>
          <pc:docMk/>
          <pc:sldMk cId="3710664848" sldId="260"/>
        </pc:sldMkLst>
      </pc:sldChg>
      <pc:sldChg chg="modTransition">
        <pc:chgData name="Sam O’Neil" userId="cb323814-a42a-4cfe-bc74-03f595e56f6e" providerId="ADAL" clId="{A400A25C-AD53-4DED-9CE7-9937FD2E1C3E}" dt="2019-10-09T15:19:13.712" v="2382"/>
        <pc:sldMkLst>
          <pc:docMk/>
          <pc:sldMk cId="1484236167" sldId="261"/>
        </pc:sldMkLst>
      </pc:sldChg>
      <pc:sldChg chg="addSp delSp modSp">
        <pc:chgData name="Sam O’Neil" userId="cb323814-a42a-4cfe-bc74-03f595e56f6e" providerId="ADAL" clId="{A400A25C-AD53-4DED-9CE7-9937FD2E1C3E}" dt="2019-10-09T17:38:27.741" v="3516" actId="14100"/>
        <pc:sldMkLst>
          <pc:docMk/>
          <pc:sldMk cId="1402902768" sldId="262"/>
        </pc:sldMkLst>
      </pc:sldChg>
      <pc:sldChg chg="modAnim">
        <pc:chgData name="Sam O’Neil" userId="cb323814-a42a-4cfe-bc74-03f595e56f6e" providerId="ADAL" clId="{A400A25C-AD53-4DED-9CE7-9937FD2E1C3E}" dt="2019-10-09T17:38:46.444" v="3518"/>
        <pc:sldMkLst>
          <pc:docMk/>
          <pc:sldMk cId="2064211643" sldId="263"/>
        </pc:sldMkLst>
      </pc:sldChg>
      <pc:sldChg chg="addSp delSp modSp modAnim">
        <pc:chgData name="Sam O’Neil" userId="cb323814-a42a-4cfe-bc74-03f595e56f6e" providerId="ADAL" clId="{A400A25C-AD53-4DED-9CE7-9937FD2E1C3E}" dt="2019-10-09T17:40:18.878" v="3530"/>
        <pc:sldMkLst>
          <pc:docMk/>
          <pc:sldMk cId="2026425645" sldId="264"/>
        </pc:sldMkLst>
      </pc:sldChg>
      <pc:sldChg chg="addSp delSp modSp modAnim">
        <pc:chgData name="Sam O’Neil" userId="cb323814-a42a-4cfe-bc74-03f595e56f6e" providerId="ADAL" clId="{A400A25C-AD53-4DED-9CE7-9937FD2E1C3E}" dt="2019-10-10T09:26:05.732" v="4038" actId="1076"/>
        <pc:sldMkLst>
          <pc:docMk/>
          <pc:sldMk cId="2645702153" sldId="265"/>
        </pc:sldMkLst>
      </pc:sldChg>
      <pc:sldChg chg="addSp delSp modSp modAnim">
        <pc:chgData name="Sam O’Neil" userId="cb323814-a42a-4cfe-bc74-03f595e56f6e" providerId="ADAL" clId="{A400A25C-AD53-4DED-9CE7-9937FD2E1C3E}" dt="2019-10-10T09:26:18.295" v="4047" actId="1038"/>
        <pc:sldMkLst>
          <pc:docMk/>
          <pc:sldMk cId="3317125378" sldId="266"/>
        </pc:sldMkLst>
      </pc:sldChg>
      <pc:sldChg chg="modSp modAnim">
        <pc:chgData name="Sam O’Neil" userId="cb323814-a42a-4cfe-bc74-03f595e56f6e" providerId="ADAL" clId="{A400A25C-AD53-4DED-9CE7-9937FD2E1C3E}" dt="2019-10-09T17:54:52.962" v="3839"/>
        <pc:sldMkLst>
          <pc:docMk/>
          <pc:sldMk cId="474528059" sldId="267"/>
        </pc:sldMkLst>
      </pc:sldChg>
      <pc:sldChg chg="modSp modAnim">
        <pc:chgData name="Sam O’Neil" userId="cb323814-a42a-4cfe-bc74-03f595e56f6e" providerId="ADAL" clId="{A400A25C-AD53-4DED-9CE7-9937FD2E1C3E}" dt="2019-10-09T17:40:46.962" v="3534"/>
        <pc:sldMkLst>
          <pc:docMk/>
          <pc:sldMk cId="113855319" sldId="268"/>
        </pc:sldMkLst>
      </pc:sldChg>
      <pc:sldChg chg="addSp delSp modSp modAnim">
        <pc:chgData name="Sam O’Neil" userId="cb323814-a42a-4cfe-bc74-03f595e56f6e" providerId="ADAL" clId="{A400A25C-AD53-4DED-9CE7-9937FD2E1C3E}" dt="2019-10-10T09:29:38.762" v="4066"/>
        <pc:sldMkLst>
          <pc:docMk/>
          <pc:sldMk cId="3403934085" sldId="269"/>
        </pc:sldMkLst>
      </pc:sldChg>
      <pc:sldChg chg="addSp delSp modSp modAnim">
        <pc:chgData name="Sam O’Neil" userId="cb323814-a42a-4cfe-bc74-03f595e56f6e" providerId="ADAL" clId="{A400A25C-AD53-4DED-9CE7-9937FD2E1C3E}" dt="2019-10-10T09:30:49.584" v="4104" actId="20577"/>
        <pc:sldMkLst>
          <pc:docMk/>
          <pc:sldMk cId="2910249278" sldId="270"/>
        </pc:sldMkLst>
      </pc:sldChg>
      <pc:sldChg chg="addSp delSp modSp modAnim">
        <pc:chgData name="Sam O’Neil" userId="cb323814-a42a-4cfe-bc74-03f595e56f6e" providerId="ADAL" clId="{A400A25C-AD53-4DED-9CE7-9937FD2E1C3E}" dt="2019-10-10T09:30:04.321" v="4080" actId="1036"/>
        <pc:sldMkLst>
          <pc:docMk/>
          <pc:sldMk cId="544812879" sldId="271"/>
        </pc:sldMkLst>
      </pc:sldChg>
      <pc:sldChg chg="modSp add modAnim">
        <pc:chgData name="Sam O’Neil" userId="cb323814-a42a-4cfe-bc74-03f595e56f6e" providerId="ADAL" clId="{A400A25C-AD53-4DED-9CE7-9937FD2E1C3E}" dt="2019-10-09T17:57:32.524" v="3878"/>
        <pc:sldMkLst>
          <pc:docMk/>
          <pc:sldMk cId="229697247" sldId="272"/>
        </pc:sldMkLst>
      </pc:sldChg>
      <pc:sldChg chg="add del">
        <pc:chgData name="Sam O’Neil" userId="cb323814-a42a-4cfe-bc74-03f595e56f6e" providerId="ADAL" clId="{A400A25C-AD53-4DED-9CE7-9937FD2E1C3E}" dt="2019-10-09T13:44:49.321" v="234" actId="2696"/>
        <pc:sldMkLst>
          <pc:docMk/>
          <pc:sldMk cId="676706512" sldId="272"/>
        </pc:sldMkLst>
      </pc:sldChg>
      <pc:sldChg chg="addSp delSp modSp add modAnim">
        <pc:chgData name="Sam O’Neil" userId="cb323814-a42a-4cfe-bc74-03f595e56f6e" providerId="ADAL" clId="{A400A25C-AD53-4DED-9CE7-9937FD2E1C3E}" dt="2019-10-10T09:28:43.458" v="4057"/>
        <pc:sldMkLst>
          <pc:docMk/>
          <pc:sldMk cId="417769644" sldId="273"/>
        </pc:sldMkLst>
      </pc:sldChg>
      <pc:sldChg chg="addSp delSp modSp add modAnim">
        <pc:chgData name="Sam O’Neil" userId="cb323814-a42a-4cfe-bc74-03f595e56f6e" providerId="ADAL" clId="{A400A25C-AD53-4DED-9CE7-9937FD2E1C3E}" dt="2019-10-10T09:28:35.208" v="4056" actId="1076"/>
        <pc:sldMkLst>
          <pc:docMk/>
          <pc:sldMk cId="674261045" sldId="274"/>
        </pc:sldMkLst>
      </pc:sldChg>
      <pc:sldChg chg="addSp delSp modSp add modAnim">
        <pc:chgData name="Sam O’Neil" userId="cb323814-a42a-4cfe-bc74-03f595e56f6e" providerId="ADAL" clId="{A400A25C-AD53-4DED-9CE7-9937FD2E1C3E}" dt="2019-10-10T09:28:45.564" v="4058"/>
        <pc:sldMkLst>
          <pc:docMk/>
          <pc:sldMk cId="4216722578" sldId="275"/>
        </pc:sldMkLst>
      </pc:sldChg>
      <pc:sldChg chg="addSp delSp modSp add modAnim">
        <pc:chgData name="Sam O’Neil" userId="cb323814-a42a-4cfe-bc74-03f595e56f6e" providerId="ADAL" clId="{A400A25C-AD53-4DED-9CE7-9937FD2E1C3E}" dt="2019-10-10T09:31:18.610" v="4106" actId="20577"/>
        <pc:sldMkLst>
          <pc:docMk/>
          <pc:sldMk cId="1843170296" sldId="276"/>
        </pc:sldMkLst>
      </pc:sldChg>
      <pc:sldChg chg="addSp delSp modSp add del">
        <pc:chgData name="Sam O’Neil" userId="cb323814-a42a-4cfe-bc74-03f595e56f6e" providerId="ADAL" clId="{A400A25C-AD53-4DED-9CE7-9937FD2E1C3E}" dt="2019-10-09T14:43:53.147" v="1592" actId="2696"/>
        <pc:sldMkLst>
          <pc:docMk/>
          <pc:sldMk cId="1901933968" sldId="277"/>
        </pc:sldMkLst>
      </pc:sldChg>
      <pc:sldChg chg="modSp add modAnim">
        <pc:chgData name="Sam O’Neil" userId="cb323814-a42a-4cfe-bc74-03f595e56f6e" providerId="ADAL" clId="{A400A25C-AD53-4DED-9CE7-9937FD2E1C3E}" dt="2019-10-09T17:58:10.833" v="3895" actId="20577"/>
        <pc:sldMkLst>
          <pc:docMk/>
          <pc:sldMk cId="163967576" sldId="278"/>
        </pc:sldMkLst>
      </pc:sldChg>
      <pc:sldChg chg="add del">
        <pc:chgData name="Sam O’Neil" userId="cb323814-a42a-4cfe-bc74-03f595e56f6e" providerId="ADAL" clId="{A400A25C-AD53-4DED-9CE7-9937FD2E1C3E}" dt="2019-10-09T14:34:29.287" v="1246" actId="2696"/>
        <pc:sldMkLst>
          <pc:docMk/>
          <pc:sldMk cId="3779781073" sldId="278"/>
        </pc:sldMkLst>
      </pc:sldChg>
      <pc:sldChg chg="addSp delSp modSp add modAnim">
        <pc:chgData name="Sam O’Neil" userId="cb323814-a42a-4cfe-bc74-03f595e56f6e" providerId="ADAL" clId="{A400A25C-AD53-4DED-9CE7-9937FD2E1C3E}" dt="2019-10-09T17:58:45.554" v="3906"/>
        <pc:sldMkLst>
          <pc:docMk/>
          <pc:sldMk cId="4287816193" sldId="279"/>
        </pc:sldMkLst>
      </pc:sldChg>
      <pc:sldChg chg="addSp modSp add modAnim">
        <pc:chgData name="Sam O’Neil" userId="cb323814-a42a-4cfe-bc74-03f595e56f6e" providerId="ADAL" clId="{A400A25C-AD53-4DED-9CE7-9937FD2E1C3E}" dt="2019-10-09T18:00:13.780" v="3929"/>
        <pc:sldMkLst>
          <pc:docMk/>
          <pc:sldMk cId="2101226290" sldId="280"/>
        </pc:sldMkLst>
      </pc:sldChg>
      <pc:sldChg chg="add del">
        <pc:chgData name="Sam O’Neil" userId="cb323814-a42a-4cfe-bc74-03f595e56f6e" providerId="ADAL" clId="{A400A25C-AD53-4DED-9CE7-9937FD2E1C3E}" dt="2019-10-09T14:53:59.649" v="1828" actId="2696"/>
        <pc:sldMkLst>
          <pc:docMk/>
          <pc:sldMk cId="2823274805" sldId="280"/>
        </pc:sldMkLst>
      </pc:sldChg>
      <pc:sldChg chg="addSp delSp modSp add modAnim">
        <pc:chgData name="Sam O’Neil" userId="cb323814-a42a-4cfe-bc74-03f595e56f6e" providerId="ADAL" clId="{A400A25C-AD53-4DED-9CE7-9937FD2E1C3E}" dt="2019-10-09T18:02:04.005" v="3972"/>
        <pc:sldMkLst>
          <pc:docMk/>
          <pc:sldMk cId="2837434748" sldId="281"/>
        </pc:sldMkLst>
      </pc:sldChg>
      <pc:sldChg chg="addSp delSp modSp add modAnim">
        <pc:chgData name="Sam O’Neil" userId="cb323814-a42a-4cfe-bc74-03f595e56f6e" providerId="ADAL" clId="{A400A25C-AD53-4DED-9CE7-9937FD2E1C3E}" dt="2019-10-09T18:01:35.281" v="3962" actId="1076"/>
        <pc:sldMkLst>
          <pc:docMk/>
          <pc:sldMk cId="2162126279" sldId="282"/>
        </pc:sldMkLst>
      </pc:sldChg>
      <pc:sldChg chg="modSp add modAnim">
        <pc:chgData name="Sam O’Neil" userId="cb323814-a42a-4cfe-bc74-03f595e56f6e" providerId="ADAL" clId="{A400A25C-AD53-4DED-9CE7-9937FD2E1C3E}" dt="2019-10-09T18:01:47.560" v="3968"/>
        <pc:sldMkLst>
          <pc:docMk/>
          <pc:sldMk cId="949664406" sldId="283"/>
        </pc:sldMkLst>
      </pc:sldChg>
      <pc:sldChg chg="delSp add del">
        <pc:chgData name="Sam O’Neil" userId="cb323814-a42a-4cfe-bc74-03f595e56f6e" providerId="ADAL" clId="{A400A25C-AD53-4DED-9CE7-9937FD2E1C3E}" dt="2019-10-09T15:32:03.190" v="2538" actId="2696"/>
        <pc:sldMkLst>
          <pc:docMk/>
          <pc:sldMk cId="2345256770" sldId="284"/>
        </pc:sldMkLst>
      </pc:sldChg>
      <pc:sldChg chg="addSp delSp modSp add modAnim">
        <pc:chgData name="Sam O’Neil" userId="cb323814-a42a-4cfe-bc74-03f595e56f6e" providerId="ADAL" clId="{A400A25C-AD53-4DED-9CE7-9937FD2E1C3E}" dt="2019-10-09T18:02:18.579" v="3974"/>
        <pc:sldMkLst>
          <pc:docMk/>
          <pc:sldMk cId="2539416755" sldId="284"/>
        </pc:sldMkLst>
      </pc:sldChg>
      <pc:sldChg chg="addSp delSp modSp add">
        <pc:chgData name="Sam O’Neil" userId="cb323814-a42a-4cfe-bc74-03f595e56f6e" providerId="ADAL" clId="{A400A25C-AD53-4DED-9CE7-9937FD2E1C3E}" dt="2019-10-09T18:02:29.177" v="3982" actId="20577"/>
        <pc:sldMkLst>
          <pc:docMk/>
          <pc:sldMk cId="188742916" sldId="285"/>
        </pc:sldMkLst>
      </pc:sldChg>
    </pc:docChg>
  </pc:docChgLst>
  <pc:docChgLst>
    <pc:chgData name="Sam O'Neill" userId="cb323814-a42a-4cfe-bc74-03f595e56f6e" providerId="ADAL" clId="{56A4019E-755B-4B53-A3D8-044B504E2771}"/>
    <pc:docChg chg="delSld modSld">
      <pc:chgData name="Sam O'Neill" userId="cb323814-a42a-4cfe-bc74-03f595e56f6e" providerId="ADAL" clId="{56A4019E-755B-4B53-A3D8-044B504E2771}" dt="2020-01-28T12:43:50.660" v="23" actId="47"/>
      <pc:docMkLst>
        <pc:docMk/>
      </pc:docMkLst>
      <pc:sldChg chg="modSp">
        <pc:chgData name="Sam O'Neill" userId="cb323814-a42a-4cfe-bc74-03f595e56f6e" providerId="ADAL" clId="{56A4019E-755B-4B53-A3D8-044B504E2771}" dt="2020-01-28T12:43:39.173" v="22" actId="20577"/>
        <pc:sldMkLst>
          <pc:docMk/>
          <pc:sldMk cId="110775907" sldId="25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913395776" sldId="26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458902969" sldId="270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936150012" sldId="272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286258724" sldId="27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559174208" sldId="274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561449769" sldId="275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68365988" sldId="27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384563930" sldId="277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130756932" sldId="278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79205864" sldId="279"/>
        </pc:sldMkLst>
      </pc:sldChg>
      <pc:sldChg chg="del">
        <pc:chgData name="Sam O'Neill" userId="cb323814-a42a-4cfe-bc74-03f595e56f6e" providerId="ADAL" clId="{56A4019E-755B-4B53-A3D8-044B504E2771}" dt="2020-01-28T12:43:26.604" v="0" actId="47"/>
        <pc:sldMkLst>
          <pc:docMk/>
          <pc:sldMk cId="1884217568" sldId="280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2088039553" sldId="281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621580036" sldId="282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858105676" sldId="28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183058261" sldId="284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575725864" sldId="285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72795176" sldId="28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52413535" sldId="287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149504954" sldId="288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771768100" sldId="289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268352976" sldId="291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487034954" sldId="292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196128063" sldId="293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3133951715" sldId="294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375759681" sldId="296"/>
        </pc:sldMkLst>
      </pc:sldChg>
      <pc:sldChg chg="del">
        <pc:chgData name="Sam O'Neill" userId="cb323814-a42a-4cfe-bc74-03f595e56f6e" providerId="ADAL" clId="{56A4019E-755B-4B53-A3D8-044B504E2771}" dt="2020-01-28T12:43:50.660" v="23" actId="47"/>
        <pc:sldMkLst>
          <pc:docMk/>
          <pc:sldMk cId="1880957841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24942-D797-4B0A-B048-D582945E91BB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5C192-269F-4D8B-B8D0-6E9F8E309E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221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and.org/content/dam/rand/pubs/papers/2008/P402.pdf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FAE2FC-4E79-40C1-83A3-9CF810DEFD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Flow Shop Scheduling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5BC4D-9CA5-4392-86C2-A92F9422D9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39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Scheduling - Single Stage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a set of jobs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dirty="0"/>
                  <a:t> which need to be processed by a single machine/stage/activity.</a:t>
                </a:r>
              </a:p>
              <a:p>
                <a:pPr marL="0" indent="0">
                  <a:buNone/>
                </a:pPr>
                <a:r>
                  <a:rPr lang="en-GB" dirty="0"/>
                  <a:t>e.g. a supermarket queue at one checkout.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Makespan</a:t>
                </a:r>
                <a:r>
                  <a:rPr lang="en-GB" dirty="0"/>
                  <a:t> – Total time taken to process all jobs</a:t>
                </a:r>
              </a:p>
              <a:p>
                <a:pPr marL="0" indent="0">
                  <a:buNone/>
                </a:pPr>
                <a:r>
                  <a:rPr lang="en-GB" b="1" dirty="0"/>
                  <a:t>Completion Time </a:t>
                </a:r>
                <a:r>
                  <a:rPr lang="en-GB" dirty="0"/>
                  <a:t>– the time at which a job is finished: its waiting time in the queue plus its own processing time.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e.g. You are buying a Kit-Kat and are behind someone with a full trolley.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they are kind enough to let you through, what happens to the </a:t>
                </a:r>
                <a:r>
                  <a:rPr lang="en-GB" b="1" dirty="0"/>
                  <a:t>Makespan </a:t>
                </a:r>
                <a:r>
                  <a:rPr lang="en-GB" dirty="0"/>
                  <a:t>and the </a:t>
                </a:r>
                <a:r>
                  <a:rPr lang="en-GB" b="1" dirty="0"/>
                  <a:t>Completion Time </a:t>
                </a:r>
                <a:r>
                  <a:rPr lang="en-GB" dirty="0"/>
                  <a:t>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Makespan</a:t>
                </a:r>
                <a:r>
                  <a:rPr lang="en-GB" dirty="0"/>
                  <a:t> isn’t concerned with order. The checkout takes the same amount regardless of order. </a:t>
                </a:r>
              </a:p>
              <a:p>
                <a:pPr marL="0" indent="0">
                  <a:buNone/>
                </a:pPr>
                <a:r>
                  <a:rPr lang="en-GB" b="1" dirty="0"/>
                  <a:t>Completion Time </a:t>
                </a:r>
                <a:r>
                  <a:rPr lang="en-GB" dirty="0"/>
                  <a:t>however is vastly different. If you are not let by, you both wait for almost the entire </a:t>
                </a:r>
                <a:r>
                  <a:rPr lang="en-GB" b="1" dirty="0"/>
                  <a:t>Makespan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78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Shortest Processing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3960091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a set of jobs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dirty="0"/>
                  <a:t> which need to be processed by a single machine (stage).</a:t>
                </a:r>
              </a:p>
              <a:p>
                <a:pPr marL="0" indent="0">
                  <a:buNone/>
                </a:pPr>
                <a:r>
                  <a:rPr lang="en-GB" dirty="0"/>
                  <a:t>e.g. a supermarket queue at one checkout.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dirty="0"/>
                  <a:t> - Makespan, i.e. the last completion time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- Completion time of job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dirty="0"/>
                  <a:t> - Sum of all completion times (total completion time).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- length of job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Shortest processing time, order the jobs in ascending order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≤…≤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3960091"/>
              </a:xfrm>
              <a:blipFill>
                <a:blip r:embed="rId2"/>
                <a:stretch>
                  <a:fillRect l="-4058" t="-3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9BE7577-8838-48D7-9A76-28F79BCFE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686389"/>
            <a:ext cx="10631384" cy="5144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67D9F9-93EF-8DEC-6AC3-C5E5460F48A1}"/>
                  </a:ext>
                </a:extLst>
              </p:cNvPr>
              <p:cNvSpPr txBox="1"/>
              <p:nvPr/>
            </p:nvSpPr>
            <p:spPr>
              <a:xfrm>
                <a:off x="881269" y="5719519"/>
                <a:ext cx="4605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67D9F9-93EF-8DEC-6AC3-C5E5460F4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69" y="5719519"/>
                <a:ext cx="460511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514003-2BA0-8F20-16B6-5658F901C549}"/>
                  </a:ext>
                </a:extLst>
              </p:cNvPr>
              <p:cNvSpPr txBox="1"/>
              <p:nvPr/>
            </p:nvSpPr>
            <p:spPr>
              <a:xfrm>
                <a:off x="1272208" y="5732249"/>
                <a:ext cx="4658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514003-2BA0-8F20-16B6-5658F901C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208" y="5732249"/>
                <a:ext cx="465832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76E57B-A6A8-2C55-17AB-8DC1AFC3A682}"/>
                  </a:ext>
                </a:extLst>
              </p:cNvPr>
              <p:cNvSpPr txBox="1"/>
              <p:nvPr/>
            </p:nvSpPr>
            <p:spPr>
              <a:xfrm>
                <a:off x="2388825" y="5732249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76E57B-A6A8-2C55-17AB-8DC1AFC3A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825" y="5732249"/>
                <a:ext cx="4106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688F48-AC7C-AE78-EC7B-E66FD1EF8BA0}"/>
                  </a:ext>
                </a:extLst>
              </p:cNvPr>
              <p:cNvSpPr txBox="1"/>
              <p:nvPr/>
            </p:nvSpPr>
            <p:spPr>
              <a:xfrm>
                <a:off x="4479234" y="5732249"/>
                <a:ext cx="450636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688F48-AC7C-AE78-EC7B-E66FD1EF8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234" y="5732249"/>
                <a:ext cx="450636" cy="391646"/>
              </a:xfrm>
              <a:prstGeom prst="rect">
                <a:avLst/>
              </a:prstGeom>
              <a:blipFill>
                <a:blip r:embed="rId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88D4BE-82C6-EC46-C680-DEE6371EE5F8}"/>
                  </a:ext>
                </a:extLst>
              </p:cNvPr>
              <p:cNvSpPr txBox="1"/>
              <p:nvPr/>
            </p:nvSpPr>
            <p:spPr>
              <a:xfrm>
                <a:off x="9303025" y="5721092"/>
                <a:ext cx="4782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88D4BE-82C6-EC46-C680-DEE6371EE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3025" y="5721092"/>
                <a:ext cx="478208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06202-7797-61CD-6DB8-1BF04DC3B711}"/>
                  </a:ext>
                </a:extLst>
              </p:cNvPr>
              <p:cNvSpPr txBox="1"/>
              <p:nvPr/>
            </p:nvSpPr>
            <p:spPr>
              <a:xfrm>
                <a:off x="6404245" y="5704016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06202-7797-61CD-6DB8-1BF04DC3B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245" y="5704016"/>
                <a:ext cx="41068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B5A677-5000-026F-E41F-7F90AF5788D6}"/>
              </a:ext>
            </a:extLst>
          </p:cNvPr>
          <p:cNvCxnSpPr>
            <a:cxnSpLocks/>
          </p:cNvCxnSpPr>
          <p:nvPr/>
        </p:nvCxnSpPr>
        <p:spPr>
          <a:xfrm>
            <a:off x="934278" y="5559287"/>
            <a:ext cx="457200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222C8B-54B3-6CF1-DB9D-C0AEBC36BF11}"/>
                  </a:ext>
                </a:extLst>
              </p:cNvPr>
              <p:cNvSpPr txBox="1"/>
              <p:nvPr/>
            </p:nvSpPr>
            <p:spPr>
              <a:xfrm>
                <a:off x="5284304" y="5145655"/>
                <a:ext cx="549965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222C8B-54B3-6CF1-DB9D-C0AEBC36B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304" y="5145655"/>
                <a:ext cx="549965" cy="391646"/>
              </a:xfrm>
              <a:prstGeom prst="rect">
                <a:avLst/>
              </a:prstGeom>
              <a:blipFill>
                <a:blip r:embed="rId10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03518B-5E14-560F-26B2-9397E439D0B3}"/>
                  </a:ext>
                </a:extLst>
              </p:cNvPr>
              <p:cNvSpPr txBox="1"/>
              <p:nvPr/>
            </p:nvSpPr>
            <p:spPr>
              <a:xfrm>
                <a:off x="10966174" y="5217927"/>
                <a:ext cx="6758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03518B-5E14-560F-26B2-9397E439D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6174" y="5217927"/>
                <a:ext cx="67586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9980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Shortest Processing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Lemma 1: </a:t>
                </a: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dirty="0"/>
                  <a:t> be a vector of descending order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a vector of the same length of no specific order. The minimum scalar product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occurs when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is of ascending order.</a:t>
                </a:r>
              </a:p>
              <a:p>
                <a:pPr marL="0" indent="0">
                  <a:buNone/>
                </a:pPr>
                <a:r>
                  <a:rPr lang="en-GB" b="1" dirty="0"/>
                  <a:t>Proof: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Such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≥…≥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Assume we have two indices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(not necessarily adjacent) such that:</a:t>
                </a:r>
              </a:p>
              <a:p>
                <a:pPr marL="0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Define a new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b="1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where these two elements are swapped.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…, 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…,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</m:oMath>
                  </m:oMathPara>
                </a14:m>
                <a:endParaRPr lang="en-GB" b="1" dirty="0"/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754" t="-27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89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Shortest Processing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…+…+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…+…+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Thus, swapping any two elements in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results in an equal or lower scalar product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914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Shortest Processing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Therefore, for any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not in ascending order, there exists a swap which results in an equal or lower scalar product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.</a:t>
                </a:r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Thus, the minimum is attained 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 is in ascending order.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en-GB" dirty="0"/>
                  <a:t>  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166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Shortest Processing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Theorem: </a:t>
                </a:r>
                <a:r>
                  <a:rPr lang="en-GB" dirty="0"/>
                  <a:t>SPT is optimal for minimising the sum of completion times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Proof: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+…+2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−1,…,2,1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⋅(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−1,…,2,1</m:t>
                        </m:r>
                      </m:e>
                    </m:d>
                  </m:oMath>
                </a14:m>
                <a:r>
                  <a:rPr lang="en-GB" dirty="0"/>
                  <a:t> is of descending order, therefore, to obtain a minimum by the previous lemma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needs to be of ascending order, i.e. shortest processing time first.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232" t="-8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753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/>
              <a:t>Flow Shop Scheduling</a:t>
            </a:r>
            <a:endParaRPr lang="en-GB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will deal with a simpler set up than the general job shop scheduling problem.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Often a company will have multiple jobs (e.g. products) that go through multiple stages (machines) sequentially.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Each job may require a different amount of time at each stage.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241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F6A7A35-4663-4FC0-803D-954B24DBDBC6}"/>
              </a:ext>
            </a:extLst>
          </p:cNvPr>
          <p:cNvSpPr/>
          <p:nvPr/>
        </p:nvSpPr>
        <p:spPr>
          <a:xfrm>
            <a:off x="3609975" y="2343149"/>
            <a:ext cx="771525" cy="771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E4E21BD-5D61-4C86-BF02-F886DA349F37}"/>
              </a:ext>
            </a:extLst>
          </p:cNvPr>
          <p:cNvSpPr/>
          <p:nvPr/>
        </p:nvSpPr>
        <p:spPr>
          <a:xfrm>
            <a:off x="6572250" y="2343149"/>
            <a:ext cx="771525" cy="771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478834-25B7-4AB8-B4AC-53A7D2207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10"/>
            <a:ext cx="10515600" cy="7062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a 2 stage process in sequence.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A0C5D8-C6F7-4305-9104-39413234E0A9}"/>
              </a:ext>
            </a:extLst>
          </p:cNvPr>
          <p:cNvSpPr txBox="1">
            <a:spLocks/>
          </p:cNvSpPr>
          <p:nvPr/>
        </p:nvSpPr>
        <p:spPr>
          <a:xfrm>
            <a:off x="838200" y="4107585"/>
            <a:ext cx="10515600" cy="8708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Each job requires different times at each stage.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e.g.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CEA226-DF41-4CC7-BF7C-2C0F7426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975" y="5208114"/>
            <a:ext cx="4925112" cy="104789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4D6DD5-88FB-4553-9900-50EC76BDF9C0}"/>
              </a:ext>
            </a:extLst>
          </p:cNvPr>
          <p:cNvCxnSpPr>
            <a:endCxn id="3" idx="2"/>
          </p:cNvCxnSpPr>
          <p:nvPr/>
        </p:nvCxnSpPr>
        <p:spPr>
          <a:xfrm>
            <a:off x="2705100" y="2728911"/>
            <a:ext cx="90487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F9F68B-7C8B-4C77-B891-E7239D21F2D6}"/>
              </a:ext>
            </a:extLst>
          </p:cNvPr>
          <p:cNvCxnSpPr>
            <a:cxnSpLocks/>
            <a:stCxn id="3" idx="6"/>
            <a:endCxn id="5" idx="2"/>
          </p:cNvCxnSpPr>
          <p:nvPr/>
        </p:nvCxnSpPr>
        <p:spPr>
          <a:xfrm>
            <a:off x="4381500" y="2728912"/>
            <a:ext cx="219075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E169FD-6EBC-494C-99E3-5016F5C55229}"/>
              </a:ext>
            </a:extLst>
          </p:cNvPr>
          <p:cNvCxnSpPr>
            <a:cxnSpLocks/>
            <a:stCxn id="5" idx="6"/>
          </p:cNvCxnSpPr>
          <p:nvPr/>
        </p:nvCxnSpPr>
        <p:spPr>
          <a:xfrm flipV="1">
            <a:off x="7343775" y="2728911"/>
            <a:ext cx="92392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B8416F4-33B7-44FA-A988-29DEC0586778}"/>
              </a:ext>
            </a:extLst>
          </p:cNvPr>
          <p:cNvSpPr/>
          <p:nvPr/>
        </p:nvSpPr>
        <p:spPr>
          <a:xfrm>
            <a:off x="1519013" y="2535096"/>
            <a:ext cx="1002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Start Job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DA9EA7-D557-4BD0-AC79-5F05ED96164C}"/>
              </a:ext>
            </a:extLst>
          </p:cNvPr>
          <p:cNvSpPr/>
          <p:nvPr/>
        </p:nvSpPr>
        <p:spPr>
          <a:xfrm>
            <a:off x="8484318" y="2509695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End Job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D71AA0-4F27-46F9-9A1A-2FBC90B9B53F}"/>
              </a:ext>
            </a:extLst>
          </p:cNvPr>
          <p:cNvSpPr/>
          <p:nvPr/>
        </p:nvSpPr>
        <p:spPr>
          <a:xfrm>
            <a:off x="3227975" y="3183111"/>
            <a:ext cx="15355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Job Processed at Stage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73639A-C8C2-4B3D-8A45-33E19946356D}"/>
              </a:ext>
            </a:extLst>
          </p:cNvPr>
          <p:cNvSpPr/>
          <p:nvPr/>
        </p:nvSpPr>
        <p:spPr>
          <a:xfrm>
            <a:off x="6190250" y="3183111"/>
            <a:ext cx="15355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Job Processed at Stage 2</a:t>
            </a:r>
          </a:p>
        </p:txBody>
      </p:sp>
    </p:spTree>
    <p:extLst>
      <p:ext uri="{BB962C8B-B14F-4D97-AF65-F5344CB8AC3E}">
        <p14:creationId xmlns:p14="http://schemas.microsoft.com/office/powerpoint/2010/main" val="2066874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478834-25B7-4AB8-B4AC-53A7D2207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394" y="2274672"/>
            <a:ext cx="10515600" cy="5256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Schedule jobs in order they appear. PQR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CEA226-DF41-4CC7-BF7C-2C0F7426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94" y="1173017"/>
            <a:ext cx="4925112" cy="1047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915458-01CE-41DB-B943-B79C17FA4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87" y="2665268"/>
            <a:ext cx="5973009" cy="1552792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AB21671-E002-43CA-B2BA-258281F77124}"/>
              </a:ext>
            </a:extLst>
          </p:cNvPr>
          <p:cNvSpPr txBox="1">
            <a:spLocks/>
          </p:cNvSpPr>
          <p:nvPr/>
        </p:nvSpPr>
        <p:spPr>
          <a:xfrm>
            <a:off x="977346" y="4281758"/>
            <a:ext cx="10515600" cy="70629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Is this optimal for </a:t>
            </a:r>
            <a:r>
              <a:rPr lang="en-GB" dirty="0" err="1"/>
              <a:t>Makespan</a:t>
            </a:r>
            <a:r>
              <a:rPr lang="en-GB" dirty="0"/>
              <a:t>? i.e. is everything completed as quickly as possible?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No PRQ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10C761-2D78-4106-96CE-364264BEF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94" y="4959136"/>
            <a:ext cx="5639587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51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Makespan and Idle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58BCB-0C6E-463D-9290-798EE9043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44" y="1514261"/>
            <a:ext cx="5639587" cy="153373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04F1EA-80D4-446C-88C8-A599B6FC3855}"/>
              </a:ext>
            </a:extLst>
          </p:cNvPr>
          <p:cNvCxnSpPr>
            <a:cxnSpLocks/>
          </p:cNvCxnSpPr>
          <p:nvPr/>
        </p:nvCxnSpPr>
        <p:spPr>
          <a:xfrm>
            <a:off x="2000250" y="1390436"/>
            <a:ext cx="4629150" cy="0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6F38B2D-64A3-4A2D-9614-E0C28651A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44" y="3171824"/>
            <a:ext cx="5639587" cy="153373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8123C2-F896-4C85-8928-0053CC366EA2}"/>
              </a:ext>
            </a:extLst>
          </p:cNvPr>
          <p:cNvCxnSpPr>
            <a:cxnSpLocks/>
          </p:cNvCxnSpPr>
          <p:nvPr/>
        </p:nvCxnSpPr>
        <p:spPr>
          <a:xfrm>
            <a:off x="5124450" y="3076574"/>
            <a:ext cx="150495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DC81B2B-948A-4910-AF0D-C3E98935E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44" y="4959136"/>
            <a:ext cx="5639587" cy="153373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206272-D395-4E84-BB17-49599B7A229E}"/>
              </a:ext>
            </a:extLst>
          </p:cNvPr>
          <p:cNvCxnSpPr>
            <a:cxnSpLocks/>
          </p:cNvCxnSpPr>
          <p:nvPr/>
        </p:nvCxnSpPr>
        <p:spPr>
          <a:xfrm>
            <a:off x="3276600" y="5749069"/>
            <a:ext cx="78105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9E09AA-E481-4A05-9C0A-9D03DBEFEE9B}"/>
              </a:ext>
            </a:extLst>
          </p:cNvPr>
          <p:cNvCxnSpPr>
            <a:cxnSpLocks/>
          </p:cNvCxnSpPr>
          <p:nvPr/>
        </p:nvCxnSpPr>
        <p:spPr>
          <a:xfrm>
            <a:off x="2000250" y="5749069"/>
            <a:ext cx="52387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9FB3878-0E6B-4B89-A33C-032B47B38456}"/>
              </a:ext>
            </a:extLst>
          </p:cNvPr>
          <p:cNvSpPr txBox="1"/>
          <p:nvPr/>
        </p:nvSpPr>
        <p:spPr>
          <a:xfrm>
            <a:off x="7258050" y="1514261"/>
            <a:ext cx="4429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Makespan</a:t>
            </a:r>
            <a:r>
              <a:rPr lang="en-GB" dirty="0"/>
              <a:t> is the total time required to complete all jobs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704B2C-D8CB-49AA-921B-3D591DC7DBE9}"/>
              </a:ext>
            </a:extLst>
          </p:cNvPr>
          <p:cNvSpPr txBox="1"/>
          <p:nvPr/>
        </p:nvSpPr>
        <p:spPr>
          <a:xfrm>
            <a:off x="7258049" y="3105834"/>
            <a:ext cx="44291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Idle Time </a:t>
            </a:r>
            <a:r>
              <a:rPr lang="en-GB" dirty="0"/>
              <a:t>is the time a stage (machine) is idle.</a:t>
            </a:r>
          </a:p>
          <a:p>
            <a:endParaRPr lang="en-GB" dirty="0"/>
          </a:p>
          <a:p>
            <a:r>
              <a:rPr lang="en-GB" dirty="0"/>
              <a:t>Stage A is idle for 6 units of time.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D667B9-E194-4EC7-81CB-55829DFD39EC}"/>
              </a:ext>
            </a:extLst>
          </p:cNvPr>
          <p:cNvSpPr/>
          <p:nvPr/>
        </p:nvSpPr>
        <p:spPr>
          <a:xfrm>
            <a:off x="7258049" y="497440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GB" dirty="0"/>
          </a:p>
          <a:p>
            <a:r>
              <a:rPr lang="en-GB" dirty="0"/>
              <a:t>Stage B is idle for 2+3=5 units of time.</a:t>
            </a:r>
          </a:p>
        </p:txBody>
      </p:sp>
    </p:spTree>
    <p:extLst>
      <p:ext uri="{BB962C8B-B14F-4D97-AF65-F5344CB8AC3E}">
        <p14:creationId xmlns:p14="http://schemas.microsoft.com/office/powerpoint/2010/main" val="539044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Optimality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Optimality is difficult to check! These are </a:t>
            </a:r>
            <a:r>
              <a:rPr lang="en-GB" b="1" dirty="0"/>
              <a:t>NP-Hard </a:t>
            </a:r>
            <a:r>
              <a:rPr lang="en-GB" dirty="0"/>
              <a:t>problems</a:t>
            </a:r>
          </a:p>
          <a:p>
            <a:pPr marL="0" indent="0">
              <a:buNone/>
            </a:pPr>
            <a:r>
              <a:rPr lang="en-GB" dirty="0"/>
              <a:t>How many possible permutations? No repetitions and order matters!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AADF65-836D-4508-A761-35AF7ACAC9D4}"/>
              </a:ext>
            </a:extLst>
          </p:cNvPr>
          <p:cNvGrpSpPr/>
          <p:nvPr/>
        </p:nvGrpSpPr>
        <p:grpSpPr>
          <a:xfrm>
            <a:off x="1109662" y="2728776"/>
            <a:ext cx="3966393" cy="3045823"/>
            <a:chOff x="1109662" y="2728776"/>
            <a:chExt cx="3966393" cy="3045823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60987A1-772D-460F-8F32-A6B82CFAEEE9}"/>
                </a:ext>
              </a:extLst>
            </p:cNvPr>
            <p:cNvSpPr/>
            <p:nvPr/>
          </p:nvSpPr>
          <p:spPr>
            <a:xfrm>
              <a:off x="1109662" y="4105275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AD78CEF-E9F0-48D1-8D17-14602C4237ED}"/>
                </a:ext>
              </a:extLst>
            </p:cNvPr>
            <p:cNvSpPr/>
            <p:nvPr/>
          </p:nvSpPr>
          <p:spPr>
            <a:xfrm>
              <a:off x="2300286" y="3024052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442333F-E21E-4024-9131-1A8E302AC15F}"/>
                </a:ext>
              </a:extLst>
            </p:cNvPr>
            <p:cNvSpPr/>
            <p:nvPr/>
          </p:nvSpPr>
          <p:spPr>
            <a:xfrm>
              <a:off x="2300287" y="4105275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67C95DD-73F9-4DCB-84C3-E482CBA38B3B}"/>
                </a:ext>
              </a:extLst>
            </p:cNvPr>
            <p:cNvSpPr/>
            <p:nvPr/>
          </p:nvSpPr>
          <p:spPr>
            <a:xfrm>
              <a:off x="2300286" y="5184049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0685B36-10EC-4540-8882-E102EF1DD336}"/>
                </a:ext>
              </a:extLst>
            </p:cNvPr>
            <p:cNvSpPr/>
            <p:nvPr/>
          </p:nvSpPr>
          <p:spPr>
            <a:xfrm>
              <a:off x="3538535" y="2728777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2B3DB04-38EF-4C00-9372-D8D54723C948}"/>
                </a:ext>
              </a:extLst>
            </p:cNvPr>
            <p:cNvSpPr/>
            <p:nvPr/>
          </p:nvSpPr>
          <p:spPr>
            <a:xfrm>
              <a:off x="3538535" y="3319327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A42B4E-ABD7-492C-BAB8-BD6F01FE1D22}"/>
                </a:ext>
              </a:extLst>
            </p:cNvPr>
            <p:cNvSpPr/>
            <p:nvPr/>
          </p:nvSpPr>
          <p:spPr>
            <a:xfrm>
              <a:off x="3538534" y="4400550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91B681D-2C58-4BCF-9ABB-641EA45EB02D}"/>
                </a:ext>
              </a:extLst>
            </p:cNvPr>
            <p:cNvSpPr/>
            <p:nvPr/>
          </p:nvSpPr>
          <p:spPr>
            <a:xfrm>
              <a:off x="3538534" y="3810000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5CF9025-5591-4593-881E-D11F3B8E76C7}"/>
                </a:ext>
              </a:extLst>
            </p:cNvPr>
            <p:cNvSpPr/>
            <p:nvPr/>
          </p:nvSpPr>
          <p:spPr>
            <a:xfrm>
              <a:off x="3538534" y="5479324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E4A2783-BA55-4220-A53C-0E2FBF297C53}"/>
                </a:ext>
              </a:extLst>
            </p:cNvPr>
            <p:cNvSpPr/>
            <p:nvPr/>
          </p:nvSpPr>
          <p:spPr>
            <a:xfrm>
              <a:off x="3538534" y="4888774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0B95F6C-1EEE-4844-A78B-5C4A4654EF2D}"/>
                </a:ext>
              </a:extLst>
            </p:cNvPr>
            <p:cNvCxnSpPr>
              <a:stCxn id="3" idx="7"/>
              <a:endCxn id="5" idx="3"/>
            </p:cNvCxnSpPr>
            <p:nvPr/>
          </p:nvCxnSpPr>
          <p:spPr>
            <a:xfrm flipV="1">
              <a:off x="1361695" y="3276085"/>
              <a:ext cx="981833" cy="87243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3D15C71-E5C4-4FB4-B9EC-CB759DCE6F35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1404937" y="4252913"/>
              <a:ext cx="89535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4ACCC04-9D7F-4CCD-AF81-FF72F75475B6}"/>
                </a:ext>
              </a:extLst>
            </p:cNvPr>
            <p:cNvCxnSpPr>
              <a:cxnSpLocks/>
              <a:stCxn id="3" idx="5"/>
              <a:endCxn id="7" idx="1"/>
            </p:cNvCxnSpPr>
            <p:nvPr/>
          </p:nvCxnSpPr>
          <p:spPr>
            <a:xfrm>
              <a:off x="1361695" y="4357308"/>
              <a:ext cx="981833" cy="86998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43A71A5-22D2-4F25-B663-56D3C0344FAE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 flipV="1">
              <a:off x="2595561" y="2876415"/>
              <a:ext cx="942974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1B9A3CB-D05B-4D31-B360-D58E2165528C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>
              <a:off x="2595561" y="3195570"/>
              <a:ext cx="942974" cy="27139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C8FC2CB-F0B7-4D69-BA27-47872935E64E}"/>
                </a:ext>
              </a:extLst>
            </p:cNvPr>
            <p:cNvCxnSpPr>
              <a:cxnSpLocks/>
              <a:stCxn id="6" idx="6"/>
              <a:endCxn id="11" idx="2"/>
            </p:cNvCxnSpPr>
            <p:nvPr/>
          </p:nvCxnSpPr>
          <p:spPr>
            <a:xfrm flipV="1">
              <a:off x="2595562" y="3957638"/>
              <a:ext cx="942972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7DFB4B9-D14F-4378-BF82-298F63E9A617}"/>
                </a:ext>
              </a:extLst>
            </p:cNvPr>
            <p:cNvCxnSpPr>
              <a:cxnSpLocks/>
              <a:stCxn id="6" idx="6"/>
              <a:endCxn id="10" idx="2"/>
            </p:cNvCxnSpPr>
            <p:nvPr/>
          </p:nvCxnSpPr>
          <p:spPr>
            <a:xfrm>
              <a:off x="2595562" y="4252913"/>
              <a:ext cx="942972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FADEAB4-8CCE-4371-AD62-BC96398D2225}"/>
                </a:ext>
              </a:extLst>
            </p:cNvPr>
            <p:cNvCxnSpPr>
              <a:cxnSpLocks/>
              <a:stCxn id="7" idx="6"/>
              <a:endCxn id="13" idx="2"/>
            </p:cNvCxnSpPr>
            <p:nvPr/>
          </p:nvCxnSpPr>
          <p:spPr>
            <a:xfrm flipV="1">
              <a:off x="2595561" y="5036412"/>
              <a:ext cx="942973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11A2256-43E2-4763-A6FD-7C8D3210683A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>
              <a:off x="2595561" y="5331687"/>
              <a:ext cx="942973" cy="2952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D272853-6455-473B-8048-F6D838151039}"/>
                </a:ext>
              </a:extLst>
            </p:cNvPr>
            <p:cNvSpPr/>
            <p:nvPr/>
          </p:nvSpPr>
          <p:spPr>
            <a:xfrm>
              <a:off x="4776784" y="2728776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DF8001E-D48B-4158-9092-054E8E97D7C7}"/>
                </a:ext>
              </a:extLst>
            </p:cNvPr>
            <p:cNvSpPr/>
            <p:nvPr/>
          </p:nvSpPr>
          <p:spPr>
            <a:xfrm>
              <a:off x="4776782" y="3314560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8BD2756-1556-49DC-8978-8668C0783037}"/>
                </a:ext>
              </a:extLst>
            </p:cNvPr>
            <p:cNvSpPr/>
            <p:nvPr/>
          </p:nvSpPr>
          <p:spPr>
            <a:xfrm>
              <a:off x="4780780" y="3809999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80123A9-8696-44FE-AFBA-96BC18CE5F19}"/>
                </a:ext>
              </a:extLst>
            </p:cNvPr>
            <p:cNvSpPr/>
            <p:nvPr/>
          </p:nvSpPr>
          <p:spPr>
            <a:xfrm>
              <a:off x="4776783" y="4400549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512F759-02DE-46A0-BAEA-94E5E6CD9688}"/>
                </a:ext>
              </a:extLst>
            </p:cNvPr>
            <p:cNvSpPr/>
            <p:nvPr/>
          </p:nvSpPr>
          <p:spPr>
            <a:xfrm>
              <a:off x="4776782" y="4885615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Q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1B412BE-78F9-45C0-92A3-FF9A6A934D6F}"/>
                </a:ext>
              </a:extLst>
            </p:cNvPr>
            <p:cNvSpPr/>
            <p:nvPr/>
          </p:nvSpPr>
          <p:spPr>
            <a:xfrm>
              <a:off x="4776782" y="5476165"/>
              <a:ext cx="295275" cy="295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B9D1E92-F157-4264-961E-2940735877B0}"/>
                </a:ext>
              </a:extLst>
            </p:cNvPr>
            <p:cNvCxnSpPr>
              <a:cxnSpLocks/>
              <a:stCxn id="8" idx="6"/>
              <a:endCxn id="42" idx="2"/>
            </p:cNvCxnSpPr>
            <p:nvPr/>
          </p:nvCxnSpPr>
          <p:spPr>
            <a:xfrm flipV="1">
              <a:off x="3833810" y="2876414"/>
              <a:ext cx="942974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DF6FF3C-5C75-4D37-94DD-7F6A1AA8338F}"/>
                </a:ext>
              </a:extLst>
            </p:cNvPr>
            <p:cNvCxnSpPr>
              <a:cxnSpLocks/>
              <a:stCxn id="9" idx="6"/>
              <a:endCxn id="44" idx="2"/>
            </p:cNvCxnSpPr>
            <p:nvPr/>
          </p:nvCxnSpPr>
          <p:spPr>
            <a:xfrm flipV="1">
              <a:off x="3833810" y="3462198"/>
              <a:ext cx="942972" cy="476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373DA43-F30B-4C6F-8159-A02D78CEE581}"/>
                </a:ext>
              </a:extLst>
            </p:cNvPr>
            <p:cNvCxnSpPr>
              <a:cxnSpLocks/>
              <a:stCxn id="11" idx="6"/>
              <a:endCxn id="46" idx="2"/>
            </p:cNvCxnSpPr>
            <p:nvPr/>
          </p:nvCxnSpPr>
          <p:spPr>
            <a:xfrm flipV="1">
              <a:off x="3833809" y="3957637"/>
              <a:ext cx="946971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D624353-1472-4961-93E4-03CFAED4BABD}"/>
                </a:ext>
              </a:extLst>
            </p:cNvPr>
            <p:cNvCxnSpPr>
              <a:cxnSpLocks/>
              <a:stCxn id="10" idx="6"/>
              <a:endCxn id="47" idx="2"/>
            </p:cNvCxnSpPr>
            <p:nvPr/>
          </p:nvCxnSpPr>
          <p:spPr>
            <a:xfrm flipV="1">
              <a:off x="3833809" y="4548187"/>
              <a:ext cx="942974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F4BA0E8-30DF-4567-80CB-0762EDD4EFD4}"/>
                </a:ext>
              </a:extLst>
            </p:cNvPr>
            <p:cNvCxnSpPr>
              <a:cxnSpLocks/>
              <a:stCxn id="13" idx="6"/>
              <a:endCxn id="48" idx="2"/>
            </p:cNvCxnSpPr>
            <p:nvPr/>
          </p:nvCxnSpPr>
          <p:spPr>
            <a:xfrm flipV="1">
              <a:off x="3833809" y="5033253"/>
              <a:ext cx="942973" cy="315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E96C49CC-B542-4D22-873F-FFC564AEA6C8}"/>
                </a:ext>
              </a:extLst>
            </p:cNvPr>
            <p:cNvCxnSpPr>
              <a:cxnSpLocks/>
              <a:stCxn id="12" idx="6"/>
              <a:endCxn id="49" idx="2"/>
            </p:cNvCxnSpPr>
            <p:nvPr/>
          </p:nvCxnSpPr>
          <p:spPr>
            <a:xfrm flipV="1">
              <a:off x="3833809" y="5623803"/>
              <a:ext cx="942973" cy="315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499895D-3D31-4E79-9AE6-458C2BB9E315}"/>
                  </a:ext>
                </a:extLst>
              </p:cNvPr>
              <p:cNvSpPr txBox="1"/>
              <p:nvPr/>
            </p:nvSpPr>
            <p:spPr>
              <a:xfrm>
                <a:off x="6272653" y="2752725"/>
                <a:ext cx="4164794" cy="258532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3×2×1=6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OR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3!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b="0" dirty="0"/>
                  <a:t>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b="0" dirty="0"/>
                  <a:t> jobs there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GB" b="0" dirty="0"/>
                  <a:t> ways of scheduling.</a:t>
                </a:r>
              </a:p>
              <a:p>
                <a:endParaRPr lang="en-GB" dirty="0"/>
              </a:p>
              <a:p>
                <a:r>
                  <a:rPr lang="en-GB" b="0" dirty="0"/>
                  <a:t>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GB" b="0" dirty="0"/>
                  <a:t> jobs,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10!=3628800</m:t>
                    </m:r>
                  </m:oMath>
                </a14:m>
                <a:endParaRPr lang="en-GB" b="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499895D-3D31-4E79-9AE6-458C2BB9E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653" y="2752725"/>
                <a:ext cx="4164794" cy="2585323"/>
              </a:xfrm>
              <a:prstGeom prst="rect">
                <a:avLst/>
              </a:prstGeom>
              <a:blipFill>
                <a:blip r:embed="rId2"/>
                <a:stretch>
                  <a:fillRect l="-1017" r="-145" b="-209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270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  <p:bldP spid="8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Johnson’s Rule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GB" dirty="0"/>
              <a:t>Minimises Makespan</a:t>
            </a:r>
          </a:p>
          <a:p>
            <a:pPr>
              <a:lnSpc>
                <a:spcPct val="170000"/>
              </a:lnSpc>
            </a:pPr>
            <a:r>
              <a:rPr lang="en-GB" dirty="0"/>
              <a:t>Optimal solution for 2 stages (machines)</a:t>
            </a:r>
          </a:p>
          <a:p>
            <a:pPr>
              <a:lnSpc>
                <a:spcPct val="170000"/>
              </a:lnSpc>
            </a:pPr>
            <a:r>
              <a:rPr lang="en-GB" dirty="0"/>
              <a:t>Optimal solution for 3 stages (machines) given additional conditions</a:t>
            </a:r>
          </a:p>
          <a:p>
            <a:pPr lvl="1">
              <a:lnSpc>
                <a:spcPct val="170000"/>
              </a:lnSpc>
            </a:pPr>
            <a:r>
              <a:rPr lang="en-GB" dirty="0"/>
              <a:t>Not covering this…</a:t>
            </a:r>
          </a:p>
          <a:p>
            <a:pPr>
              <a:lnSpc>
                <a:spcPct val="170000"/>
              </a:lnSpc>
            </a:pPr>
            <a:r>
              <a:rPr lang="en-GB" dirty="0"/>
              <a:t>Everything else is NP-hard</a:t>
            </a:r>
          </a:p>
          <a:p>
            <a:pPr>
              <a:lnSpc>
                <a:spcPct val="170000"/>
              </a:lnSpc>
            </a:pPr>
            <a:r>
              <a:rPr lang="en-GB" dirty="0"/>
              <a:t>In general problems like these require clever guessing (heuristics)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GB" dirty="0"/>
              <a:t>It effectively schedules the jobs which are small for the first stage at the beginning, and those that are small for the second stage at the end.</a:t>
            </a:r>
            <a:endParaRPr lang="en-GB" dirty="0">
              <a:hlinkClick r:id="rId2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GB" dirty="0">
                <a:hlinkClick r:id="rId2"/>
              </a:rPr>
              <a:t>https://www.rand.org/content/dam/rand/pubs/papers/2008/P402.pdf</a:t>
            </a:r>
            <a:endParaRPr lang="en-GB" dirty="0"/>
          </a:p>
          <a:p>
            <a:pPr>
              <a:lnSpc>
                <a:spcPct val="170000"/>
              </a:lnSpc>
            </a:pPr>
            <a:endParaRPr lang="en-GB" dirty="0"/>
          </a:p>
          <a:p>
            <a:pPr>
              <a:lnSpc>
                <a:spcPct val="17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4767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Johnson’s Rule (Two stage)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r>
              <a:rPr lang="en-GB" dirty="0"/>
              <a:t>Steps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List the jobs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Select the job with the shortest activity time, break ties arbitrarily</a:t>
            </a:r>
          </a:p>
          <a:p>
            <a:pPr lvl="2"/>
            <a:r>
              <a:rPr lang="en-GB" dirty="0"/>
              <a:t>If shortest is for first stage, schedule as early as possible</a:t>
            </a:r>
          </a:p>
          <a:p>
            <a:pPr lvl="2"/>
            <a:r>
              <a:rPr lang="en-GB" dirty="0"/>
              <a:t>Else if shortest is for second stage, schedule as late as possible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Remove the job from list.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Repeat 2 and 3 until no jobs are left to schedule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2664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B9FE0B-762F-4461-AA7B-7F6A7E0C8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008" y="1143249"/>
            <a:ext cx="6093890" cy="1538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DC9E66-A8CA-4958-9B35-293FD8757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13" y="3429000"/>
            <a:ext cx="10917174" cy="1981477"/>
          </a:xfrm>
          <a:prstGeom prst="rect">
            <a:avLst/>
          </a:prstGeom>
        </p:spPr>
      </p:pic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154EAE4-FDC4-4108-8503-C43283082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485418"/>
              </p:ext>
            </p:extLst>
          </p:nvPr>
        </p:nvGraphicFramePr>
        <p:xfrm>
          <a:off x="8377277" y="4638675"/>
          <a:ext cx="317731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655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1588655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Idle Time of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173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Idle Time of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499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Total Idle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3744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3B4A574-CE99-4882-85C1-A6B78B607C31}"/>
              </a:ext>
            </a:extLst>
          </p:cNvPr>
          <p:cNvSpPr txBox="1"/>
          <p:nvPr/>
        </p:nvSpPr>
        <p:spPr>
          <a:xfrm>
            <a:off x="755072" y="3059668"/>
            <a:ext cx="3078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Before applying Johnson’s Rule</a:t>
            </a:r>
          </a:p>
        </p:txBody>
      </p:sp>
    </p:spTree>
    <p:extLst>
      <p:ext uri="{BB962C8B-B14F-4D97-AF65-F5344CB8AC3E}">
        <p14:creationId xmlns:p14="http://schemas.microsoft.com/office/powerpoint/2010/main" val="3921976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B9FE0B-762F-4461-AA7B-7F6A7E0C8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198" y="2897665"/>
            <a:ext cx="6093890" cy="15381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0AD1BB-1828-41F2-851B-BC419E405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198" y="4814499"/>
            <a:ext cx="6127511" cy="152977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D9E560B-6C8B-4C77-9C74-845E3714B4DB}"/>
              </a:ext>
            </a:extLst>
          </p:cNvPr>
          <p:cNvCxnSpPr>
            <a:cxnSpLocks/>
          </p:cNvCxnSpPr>
          <p:nvPr/>
        </p:nvCxnSpPr>
        <p:spPr>
          <a:xfrm>
            <a:off x="5343527" y="4507678"/>
            <a:ext cx="1" cy="2349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8D11485-9C53-42ED-B6DA-569BAF0C0776}"/>
              </a:ext>
            </a:extLst>
          </p:cNvPr>
          <p:cNvSpPr/>
          <p:nvPr/>
        </p:nvSpPr>
        <p:spPr>
          <a:xfrm>
            <a:off x="6013739" y="3279827"/>
            <a:ext cx="848879" cy="27617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4FDB19-7898-433E-8B1F-AEC4A48E2EC8}"/>
              </a:ext>
            </a:extLst>
          </p:cNvPr>
          <p:cNvSpPr/>
          <p:nvPr/>
        </p:nvSpPr>
        <p:spPr>
          <a:xfrm>
            <a:off x="2219448" y="1057421"/>
            <a:ext cx="790360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GB" dirty="0"/>
              <a:t>List the jobs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Select the job with the shortest activity time, break ties arbitrarily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If shortest is for first stage, schedule as early as possible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Else if shortest is for second stage, schedule as late as possible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Remove the job from list.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Repeat 2 and 3 until no jobs are left to schedule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0733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317E74-375B-4A6C-92C2-3177C7864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7311"/>
            <a:ext cx="4410691" cy="11431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5D5C4F-040F-4FBC-BE78-D7A8A76B2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76552"/>
            <a:ext cx="4344006" cy="1105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41612F-D6B2-4332-8B81-1F6CE3A90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07687"/>
            <a:ext cx="4324954" cy="10860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D028A5-E664-4F1E-8893-EA0B26E83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124" y="1440653"/>
            <a:ext cx="4353533" cy="1076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18D1DB-DFCE-4380-AA44-DF28BE6ED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124" y="3205131"/>
            <a:ext cx="4353533" cy="10764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1449CE-C6FA-4159-B724-EA2D43E93A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124" y="4907687"/>
            <a:ext cx="4363059" cy="1086002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9FD358-8213-4147-9C11-BCEA88F7388D}"/>
              </a:ext>
            </a:extLst>
          </p:cNvPr>
          <p:cNvCxnSpPr>
            <a:cxnSpLocks/>
          </p:cNvCxnSpPr>
          <p:nvPr/>
        </p:nvCxnSpPr>
        <p:spPr>
          <a:xfrm>
            <a:off x="3010203" y="2623666"/>
            <a:ext cx="0" cy="525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1698DA-60B6-40CE-85DF-708D7C96967E}"/>
              </a:ext>
            </a:extLst>
          </p:cNvPr>
          <p:cNvCxnSpPr>
            <a:cxnSpLocks/>
          </p:cNvCxnSpPr>
          <p:nvPr/>
        </p:nvCxnSpPr>
        <p:spPr>
          <a:xfrm>
            <a:off x="3004897" y="4382509"/>
            <a:ext cx="0" cy="525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08C91CB-88CA-4533-B483-D5B48AEC098B}"/>
              </a:ext>
            </a:extLst>
          </p:cNvPr>
          <p:cNvCxnSpPr>
            <a:cxnSpLocks/>
          </p:cNvCxnSpPr>
          <p:nvPr/>
        </p:nvCxnSpPr>
        <p:spPr>
          <a:xfrm flipV="1">
            <a:off x="5337078" y="2115127"/>
            <a:ext cx="1082195" cy="30729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470CC46-C47A-4139-85BA-BB2F0A873A6C}"/>
              </a:ext>
            </a:extLst>
          </p:cNvPr>
          <p:cNvCxnSpPr>
            <a:cxnSpLocks/>
          </p:cNvCxnSpPr>
          <p:nvPr/>
        </p:nvCxnSpPr>
        <p:spPr>
          <a:xfrm>
            <a:off x="8741366" y="2577376"/>
            <a:ext cx="0" cy="525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D52222F-A0B9-4C64-83F4-54328073BCD1}"/>
              </a:ext>
            </a:extLst>
          </p:cNvPr>
          <p:cNvCxnSpPr>
            <a:cxnSpLocks/>
          </p:cNvCxnSpPr>
          <p:nvPr/>
        </p:nvCxnSpPr>
        <p:spPr>
          <a:xfrm>
            <a:off x="8741366" y="4382509"/>
            <a:ext cx="0" cy="525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65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FB6948-0634-4352-9F88-444DB739B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917" y="1338596"/>
            <a:ext cx="5668166" cy="1409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A20977-6B19-4222-80D5-F44FD157E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704" y="3604612"/>
            <a:ext cx="8716591" cy="1914792"/>
          </a:xfrm>
          <a:prstGeom prst="rect">
            <a:avLst/>
          </a:prstGeom>
        </p:spPr>
      </p:pic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59F9C723-57B3-499B-ADC5-12C2F2C1E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960682"/>
              </p:ext>
            </p:extLst>
          </p:nvPr>
        </p:nvGraphicFramePr>
        <p:xfrm>
          <a:off x="3261918" y="4763021"/>
          <a:ext cx="809188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376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1618376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  <a:gridCol w="1618376">
                  <a:extLst>
                    <a:ext uri="{9D8B030D-6E8A-4147-A177-3AD203B41FA5}">
                      <a16:colId xmlns:a16="http://schemas.microsoft.com/office/drawing/2014/main" val="1650115491"/>
                    </a:ext>
                  </a:extLst>
                </a:gridCol>
                <a:gridCol w="1618376">
                  <a:extLst>
                    <a:ext uri="{9D8B030D-6E8A-4147-A177-3AD203B41FA5}">
                      <a16:colId xmlns:a16="http://schemas.microsoft.com/office/drawing/2014/main" val="1121467775"/>
                    </a:ext>
                  </a:extLst>
                </a:gridCol>
                <a:gridCol w="1618376">
                  <a:extLst>
                    <a:ext uri="{9D8B030D-6E8A-4147-A177-3AD203B41FA5}">
                      <a16:colId xmlns:a16="http://schemas.microsoft.com/office/drawing/2014/main" val="25978197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Idle Time of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Idle Time of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Total Idle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Original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Johnson’s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1736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2394CBD-43AF-4D94-8449-4693602B745B}"/>
              </a:ext>
            </a:extLst>
          </p:cNvPr>
          <p:cNvSpPr txBox="1"/>
          <p:nvPr/>
        </p:nvSpPr>
        <p:spPr>
          <a:xfrm>
            <a:off x="1722873" y="3089686"/>
            <a:ext cx="2933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After applying Johnson’s Rule</a:t>
            </a:r>
          </a:p>
        </p:txBody>
      </p:sp>
    </p:spTree>
    <p:extLst>
      <p:ext uri="{BB962C8B-B14F-4D97-AF65-F5344CB8AC3E}">
        <p14:creationId xmlns:p14="http://schemas.microsoft.com/office/powerpoint/2010/main" val="2974898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AE03D4-C8A7-4D31-B2DE-0A76FB203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553" y="1350276"/>
            <a:ext cx="4563112" cy="1552792"/>
          </a:xfrm>
          <a:prstGeom prst="rect">
            <a:avLst/>
          </a:prstGeom>
        </p:spPr>
      </p:pic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9DF62E49-D9F1-42E9-9CCD-59547F93D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463912"/>
              </p:ext>
            </p:extLst>
          </p:nvPr>
        </p:nvGraphicFramePr>
        <p:xfrm>
          <a:off x="6022109" y="5669915"/>
          <a:ext cx="5549573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409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956951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  <a:gridCol w="1099370">
                  <a:extLst>
                    <a:ext uri="{9D8B030D-6E8A-4147-A177-3AD203B41FA5}">
                      <a16:colId xmlns:a16="http://schemas.microsoft.com/office/drawing/2014/main" val="1650115491"/>
                    </a:ext>
                  </a:extLst>
                </a:gridCol>
                <a:gridCol w="1185643">
                  <a:extLst>
                    <a:ext uri="{9D8B030D-6E8A-4147-A177-3AD203B41FA5}">
                      <a16:colId xmlns:a16="http://schemas.microsoft.com/office/drawing/2014/main" val="11214677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97819731"/>
                    </a:ext>
                  </a:extLst>
                </a:gridCol>
              </a:tblGrid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Total Idle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Original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E6EF1C4-2A7C-495B-B8AA-13AAE25C5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890" y="3600057"/>
            <a:ext cx="5868219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580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D42F7-F705-479A-BC77-18D9D2129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39730"/>
            <a:ext cx="4553585" cy="1533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6C33A3-7C77-4758-A781-C5076DF38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25800"/>
            <a:ext cx="4534533" cy="1571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D95131-B06D-4604-B66D-49C971D2E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708" y="1249256"/>
            <a:ext cx="4515480" cy="1514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E52C6D-59C5-4645-890C-032892086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182" y="3225800"/>
            <a:ext cx="4525006" cy="1543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2169D7-C2A4-4F34-9867-17C6EBADA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968662"/>
            <a:ext cx="5734850" cy="152421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C6A977-44BF-4DD1-8616-855D1EA6AE66}"/>
              </a:ext>
            </a:extLst>
          </p:cNvPr>
          <p:cNvCxnSpPr>
            <a:cxnSpLocks/>
          </p:cNvCxnSpPr>
          <p:nvPr/>
        </p:nvCxnSpPr>
        <p:spPr>
          <a:xfrm>
            <a:off x="3010203" y="2881745"/>
            <a:ext cx="0" cy="26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9516E4-77BF-47EA-8EE3-3263BED9A265}"/>
              </a:ext>
            </a:extLst>
          </p:cNvPr>
          <p:cNvCxnSpPr>
            <a:cxnSpLocks/>
          </p:cNvCxnSpPr>
          <p:nvPr/>
        </p:nvCxnSpPr>
        <p:spPr>
          <a:xfrm>
            <a:off x="9009221" y="2881745"/>
            <a:ext cx="0" cy="267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2375AD-F0C5-405C-B748-587F2913BE1B}"/>
              </a:ext>
            </a:extLst>
          </p:cNvPr>
          <p:cNvCxnSpPr>
            <a:cxnSpLocks/>
          </p:cNvCxnSpPr>
          <p:nvPr/>
        </p:nvCxnSpPr>
        <p:spPr>
          <a:xfrm flipV="1">
            <a:off x="5391785" y="2013527"/>
            <a:ext cx="1276870" cy="17733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0">
            <a:extLst>
              <a:ext uri="{FF2B5EF4-FFF2-40B4-BE49-F238E27FC236}">
                <a16:creationId xmlns:a16="http://schemas.microsoft.com/office/drawing/2014/main" id="{E247C32C-FD7F-425C-A867-99E5809CA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934927"/>
              </p:ext>
            </p:extLst>
          </p:nvPr>
        </p:nvGraphicFramePr>
        <p:xfrm>
          <a:off x="6573050" y="5730768"/>
          <a:ext cx="5549573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409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956951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  <a:gridCol w="1099370">
                  <a:extLst>
                    <a:ext uri="{9D8B030D-6E8A-4147-A177-3AD203B41FA5}">
                      <a16:colId xmlns:a16="http://schemas.microsoft.com/office/drawing/2014/main" val="1650115491"/>
                    </a:ext>
                  </a:extLst>
                </a:gridCol>
                <a:gridCol w="1185643">
                  <a:extLst>
                    <a:ext uri="{9D8B030D-6E8A-4147-A177-3AD203B41FA5}">
                      <a16:colId xmlns:a16="http://schemas.microsoft.com/office/drawing/2014/main" val="11214677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97819731"/>
                    </a:ext>
                  </a:extLst>
                </a:gridCol>
              </a:tblGrid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Total Idle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Original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Johnson’s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173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50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More Than 2 Machines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9DF62E49-D9F1-42E9-9CCD-59547F93D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983206"/>
              </p:ext>
            </p:extLst>
          </p:nvPr>
        </p:nvGraphicFramePr>
        <p:xfrm>
          <a:off x="2059709" y="5669915"/>
          <a:ext cx="951197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438">
                  <a:extLst>
                    <a:ext uri="{9D8B030D-6E8A-4147-A177-3AD203B41FA5}">
                      <a16:colId xmlns:a16="http://schemas.microsoft.com/office/drawing/2014/main" val="3451899626"/>
                    </a:ext>
                  </a:extLst>
                </a:gridCol>
                <a:gridCol w="1161835">
                  <a:extLst>
                    <a:ext uri="{9D8B030D-6E8A-4147-A177-3AD203B41FA5}">
                      <a16:colId xmlns:a16="http://schemas.microsoft.com/office/drawing/2014/main" val="2522739079"/>
                    </a:ext>
                  </a:extLst>
                </a:gridCol>
                <a:gridCol w="1334746">
                  <a:extLst>
                    <a:ext uri="{9D8B030D-6E8A-4147-A177-3AD203B41FA5}">
                      <a16:colId xmlns:a16="http://schemas.microsoft.com/office/drawing/2014/main" val="1650115491"/>
                    </a:ext>
                  </a:extLst>
                </a:gridCol>
                <a:gridCol w="1334746">
                  <a:extLst>
                    <a:ext uri="{9D8B030D-6E8A-4147-A177-3AD203B41FA5}">
                      <a16:colId xmlns:a16="http://schemas.microsoft.com/office/drawing/2014/main" val="117346169"/>
                    </a:ext>
                  </a:extLst>
                </a:gridCol>
                <a:gridCol w="1439490">
                  <a:extLst>
                    <a:ext uri="{9D8B030D-6E8A-4147-A177-3AD203B41FA5}">
                      <a16:colId xmlns:a16="http://schemas.microsoft.com/office/drawing/2014/main" val="1121467775"/>
                    </a:ext>
                  </a:extLst>
                </a:gridCol>
                <a:gridCol w="1439490">
                  <a:extLst>
                    <a:ext uri="{9D8B030D-6E8A-4147-A177-3AD203B41FA5}">
                      <a16:colId xmlns:a16="http://schemas.microsoft.com/office/drawing/2014/main" val="3041110079"/>
                    </a:ext>
                  </a:extLst>
                </a:gridCol>
                <a:gridCol w="1480231">
                  <a:extLst>
                    <a:ext uri="{9D8B030D-6E8A-4147-A177-3AD203B41FA5}">
                      <a16:colId xmlns:a16="http://schemas.microsoft.com/office/drawing/2014/main" val="2597819731"/>
                    </a:ext>
                  </a:extLst>
                </a:gridCol>
              </a:tblGrid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Makespan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Idle Time of 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Idle Time of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Idle Time of 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Idle Time of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Total Idle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97029"/>
                  </a:ext>
                </a:extLst>
              </a:tr>
              <a:tr h="2354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Original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7353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DBB58A8-E8C9-4B12-AE52-8FE023ABE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127" y="1301567"/>
            <a:ext cx="4429743" cy="1733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558F22-E61C-46B0-9B4E-D6AAE7E24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7" y="3473382"/>
            <a:ext cx="11469701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67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More Than 2 Machines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B58A8-E8C9-4B12-AE52-8FE023ABE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74" y="4038935"/>
            <a:ext cx="4429743" cy="173379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E74F8-6CBD-40F8-B83B-2DF042AAA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3574473"/>
          </a:xfrm>
        </p:spPr>
        <p:txBody>
          <a:bodyPr>
            <a:normAutofit/>
          </a:bodyPr>
          <a:lstStyle/>
          <a:p>
            <a:r>
              <a:rPr lang="en-GB" dirty="0"/>
              <a:t>Johnson’s rule can be used to reduce the size of the search space.</a:t>
            </a:r>
          </a:p>
          <a:p>
            <a:r>
              <a:rPr lang="en-GB" dirty="0"/>
              <a:t>Idea - reduce to a 2-stage problem. This is a heuristic!</a:t>
            </a:r>
          </a:p>
          <a:p>
            <a:pPr lvl="1"/>
            <a:r>
              <a:rPr lang="en-GB" dirty="0"/>
              <a:t>Only produces a good solution, not necessarily optimal!</a:t>
            </a:r>
          </a:p>
          <a:p>
            <a:pPr lvl="1"/>
            <a:r>
              <a:rPr lang="en-GB" dirty="0"/>
              <a:t>Often named the method/approach of Campbell, Dudek and Smith</a:t>
            </a:r>
          </a:p>
          <a:p>
            <a:pPr marL="0" indent="0">
              <a:buNone/>
            </a:pPr>
            <a:r>
              <a:rPr lang="en-GB" dirty="0"/>
              <a:t>e.g. First and last stage considered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DE1F2E-55B9-40DC-B405-1EFC8F4CA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240" y="4238988"/>
            <a:ext cx="4496427" cy="133368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44510F-A876-4F5E-B750-FAF31F90897A}"/>
              </a:ext>
            </a:extLst>
          </p:cNvPr>
          <p:cNvCxnSpPr/>
          <p:nvPr/>
        </p:nvCxnSpPr>
        <p:spPr>
          <a:xfrm>
            <a:off x="5680364" y="4747491"/>
            <a:ext cx="8405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D49BC4-0F0A-4294-AF24-E590E0B0CDA8}"/>
              </a:ext>
            </a:extLst>
          </p:cNvPr>
          <p:cNvSpPr txBox="1"/>
          <p:nvPr/>
        </p:nvSpPr>
        <p:spPr>
          <a:xfrm>
            <a:off x="7569200" y="6032500"/>
            <a:ext cx="155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Makespan - 46</a:t>
            </a:r>
          </a:p>
        </p:txBody>
      </p:sp>
    </p:spTree>
    <p:extLst>
      <p:ext uri="{BB962C8B-B14F-4D97-AF65-F5344CB8AC3E}">
        <p14:creationId xmlns:p14="http://schemas.microsoft.com/office/powerpoint/2010/main" val="544334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Other Possibilities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B58A8-E8C9-4B12-AE52-8FE023ABE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97" y="1695208"/>
            <a:ext cx="4429743" cy="173379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44510F-A876-4F5E-B750-FAF31F90897A}"/>
              </a:ext>
            </a:extLst>
          </p:cNvPr>
          <p:cNvCxnSpPr/>
          <p:nvPr/>
        </p:nvCxnSpPr>
        <p:spPr>
          <a:xfrm>
            <a:off x="5737529" y="2403764"/>
            <a:ext cx="8405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ACD8ED3-55F9-4D08-97A6-4397E79F32C0}"/>
              </a:ext>
            </a:extLst>
          </p:cNvPr>
          <p:cNvSpPr/>
          <p:nvPr/>
        </p:nvSpPr>
        <p:spPr>
          <a:xfrm>
            <a:off x="929097" y="1170086"/>
            <a:ext cx="5428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Aggregate the first two machines and last two machines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EF1526-3BBC-4216-8FED-B132EF158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214" y="1844895"/>
            <a:ext cx="4420217" cy="1305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566271-FDA6-4BF4-A182-8C4EF1F84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97" y="4448601"/>
            <a:ext cx="4429743" cy="173379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179E95-9517-4B05-B6EE-A2839BBD57FA}"/>
              </a:ext>
            </a:extLst>
          </p:cNvPr>
          <p:cNvCxnSpPr/>
          <p:nvPr/>
        </p:nvCxnSpPr>
        <p:spPr>
          <a:xfrm>
            <a:off x="5737529" y="5157157"/>
            <a:ext cx="8405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99FFA-A1F0-4DBC-8932-CA856A39A7AE}"/>
              </a:ext>
            </a:extLst>
          </p:cNvPr>
          <p:cNvSpPr/>
          <p:nvPr/>
        </p:nvSpPr>
        <p:spPr>
          <a:xfrm>
            <a:off x="929097" y="3923479"/>
            <a:ext cx="5718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Aggregate the first three machines and last three machines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4CB1D5-85C6-4F70-812C-680B5D57D0C4}"/>
              </a:ext>
            </a:extLst>
          </p:cNvPr>
          <p:cNvSpPr txBox="1"/>
          <p:nvPr/>
        </p:nvSpPr>
        <p:spPr>
          <a:xfrm>
            <a:off x="7975600" y="3278068"/>
            <a:ext cx="155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Makespan - 46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019824-4507-45BC-8243-C2F9BFA03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214" y="4677233"/>
            <a:ext cx="4382112" cy="12765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579CF9-72B6-4B97-AB29-442A49A57AED}"/>
              </a:ext>
            </a:extLst>
          </p:cNvPr>
          <p:cNvSpPr txBox="1"/>
          <p:nvPr/>
        </p:nvSpPr>
        <p:spPr>
          <a:xfrm>
            <a:off x="7975600" y="6114409"/>
            <a:ext cx="155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Makespan - 48</a:t>
            </a:r>
          </a:p>
        </p:txBody>
      </p:sp>
    </p:spTree>
    <p:extLst>
      <p:ext uri="{BB962C8B-B14F-4D97-AF65-F5344CB8AC3E}">
        <p14:creationId xmlns:p14="http://schemas.microsoft.com/office/powerpoint/2010/main" val="164240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E593E6-3D2F-4C7E-80B2-F78D636A9E0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706293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machines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E593E6-3D2F-4C7E-80B2-F78D636A9E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706293"/>
              </a:xfrm>
              <a:blipFill>
                <a:blip r:embed="rId2"/>
                <a:stretch>
                  <a:fillRect l="-2377" t="-26724" b="-405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9346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possible sequences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1,                       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1+2,              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1+2+…+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2+3+…+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Consider all these sequences and pick the best one!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9346" y="1450109"/>
                <a:ext cx="10515600" cy="4726854"/>
              </a:xfrm>
              <a:blipFill>
                <a:blip r:embed="rId3"/>
                <a:stretch>
                  <a:fillRect l="-1159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369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Trivia Time…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The average human body contains how many pints of blood?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9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Statue of Liberty was given to the US by which country?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France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title is shared by a 1983 Lionel Richie song and a 2015 Adele song?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Hello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C7B077-E4A3-402F-9D40-E6D4A121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373" y="298580"/>
            <a:ext cx="2715372" cy="270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8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587AB4-D8C9-43A3-B80F-6729B49465FB}">
  <ds:schemaRefs>
    <ds:schemaRef ds:uri="http://purl.org/dc/dcmitype/"/>
    <ds:schemaRef ds:uri="606370cc-c8d9-4222-8a4e-3c320f1e3034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bf6b85bd-8a7e-4854-be4d-0780382295a8"/>
    <ds:schemaRef ds:uri="http://purl.org/dc/terms/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7068F23-3690-47B7-A665-381B43F463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3456</TotalTime>
  <Words>1398</Words>
  <Application>Microsoft Office PowerPoint</Application>
  <PresentationFormat>Widescreen</PresentationFormat>
  <Paragraphs>256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Calibri</vt:lpstr>
      <vt:lpstr>Calibri Light</vt:lpstr>
      <vt:lpstr>Cambria Math</vt:lpstr>
      <vt:lpstr>Office Theme</vt:lpstr>
      <vt:lpstr>Flow Shop Scheduling</vt:lpstr>
      <vt:lpstr>Scheduling - Single Stage</vt:lpstr>
      <vt:lpstr>Shortest Processing Time</vt:lpstr>
      <vt:lpstr>Shortest Processing Time</vt:lpstr>
      <vt:lpstr>Shortest Processing Time</vt:lpstr>
      <vt:lpstr>Shortest Processing Time</vt:lpstr>
      <vt:lpstr>Shortest Processing Time</vt:lpstr>
      <vt:lpstr>Flow Shop Scheduling</vt:lpstr>
      <vt:lpstr>Example</vt:lpstr>
      <vt:lpstr>Example</vt:lpstr>
      <vt:lpstr>Makespan and Idle Time</vt:lpstr>
      <vt:lpstr>Optimality</vt:lpstr>
      <vt:lpstr>Johnson’s Rule</vt:lpstr>
      <vt:lpstr>Johnson’s Rule (Two stage)</vt:lpstr>
      <vt:lpstr>Example</vt:lpstr>
      <vt:lpstr>Example</vt:lpstr>
      <vt:lpstr>Example</vt:lpstr>
      <vt:lpstr>Example</vt:lpstr>
      <vt:lpstr>Example 2</vt:lpstr>
      <vt:lpstr>Example 2</vt:lpstr>
      <vt:lpstr>More Than 2 Machines</vt:lpstr>
      <vt:lpstr>More Than 2 Machines</vt:lpstr>
      <vt:lpstr>Other Possibilities</vt:lpstr>
      <vt:lpstr>For m machines</vt:lpstr>
      <vt:lpstr>Trivia Time…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1</cp:revision>
  <dcterms:created xsi:type="dcterms:W3CDTF">2019-10-08T20:55:29Z</dcterms:created>
  <dcterms:modified xsi:type="dcterms:W3CDTF">2025-11-13T12:00:54Z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